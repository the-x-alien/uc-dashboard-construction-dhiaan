
<file path=[Content_Types].xml><?xml version="1.0" encoding="utf-8"?>
<Types xmlns="http://schemas.openxmlformats.org/package/2006/content-types">
  <Default ContentType="application/x-fontdata" Extension="fntdata"/>
  <Default ContentType="application/xml" Extension="xml"/>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0" r:id="rId4"/>
    <p:sldMasterId id="2147483671" r:id="rId5"/>
  </p:sldMasterIdLst>
  <p:notesMasterIdLst>
    <p:notesMasterId r:id="rId6"/>
  </p:notesMasterIdLst>
  <p:sldIdLst>
    <p:sldId id="256" r:id="rId7"/>
    <p:sldId id="257" r:id="rId8"/>
    <p:sldId id="258" r:id="rId9"/>
    <p:sldId id="259" r:id="rId10"/>
    <p:sldId id="260" r:id="rId11"/>
    <p:sldId id="261" r:id="rId12"/>
    <p:sldId id="262" r:id="rId13"/>
    <p:sldId id="263" r:id="rId14"/>
  </p:sldIdLst>
  <p:sldSz cy="5143500" cx="9144000"/>
  <p:notesSz cx="6858000" cy="9144000"/>
  <p:embeddedFontLst>
    <p:embeddedFont>
      <p:font typeface="Fraunces"/>
      <p:regular r:id="rId15"/>
      <p:bold r:id="rId16"/>
      <p:italic r:id="rId17"/>
      <p:boldItalic r:id="rId18"/>
    </p:embeddedFont>
    <p:embeddedFont>
      <p:font typeface="Inter"/>
      <p:regular r:id="rId19"/>
      <p:bold r:id="rId20"/>
      <p:italic r:id="rId21"/>
      <p:boldItalic r:id="rId22"/>
    </p:embeddedFont>
    <p:embeddedFont>
      <p:font typeface="IBM Plex Mono"/>
      <p:regular r:id="rId23"/>
      <p:bold r:id="rId24"/>
      <p:italic r:id="rId25"/>
      <p:boldItalic r:id="rId2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Inter-bold.fntdata"/><Relationship Id="rId22" Type="http://schemas.openxmlformats.org/officeDocument/2006/relationships/font" Target="fonts/Inter-boldItalic.fntdata"/><Relationship Id="rId21" Type="http://schemas.openxmlformats.org/officeDocument/2006/relationships/font" Target="fonts/Inter-italic.fntdata"/><Relationship Id="rId24" Type="http://schemas.openxmlformats.org/officeDocument/2006/relationships/font" Target="fonts/IBMPlexMono-bold.fntdata"/><Relationship Id="rId23" Type="http://schemas.openxmlformats.org/officeDocument/2006/relationships/font" Target="fonts/IBMPlexMono-regular.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26" Type="http://schemas.openxmlformats.org/officeDocument/2006/relationships/font" Target="fonts/IBMPlexMono-boldItalic.fntdata"/><Relationship Id="rId25" Type="http://schemas.openxmlformats.org/officeDocument/2006/relationships/font" Target="fonts/IBMPlexMono-italic.fntdata"/><Relationship Id="rId5" Type="http://schemas.openxmlformats.org/officeDocument/2006/relationships/slideMaster" Target="slideMasters/slideMaster2.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font" Target="fonts/Fraunces-regular.fntdata"/><Relationship Id="rId14" Type="http://schemas.openxmlformats.org/officeDocument/2006/relationships/slide" Target="slides/slide8.xml"/><Relationship Id="rId17" Type="http://schemas.openxmlformats.org/officeDocument/2006/relationships/font" Target="fonts/Fraunces-italic.fntdata"/><Relationship Id="rId16" Type="http://schemas.openxmlformats.org/officeDocument/2006/relationships/font" Target="fonts/Fraunces-bold.fntdata"/><Relationship Id="rId19" Type="http://schemas.openxmlformats.org/officeDocument/2006/relationships/font" Target="fonts/Inter-regular.fntdata"/><Relationship Id="rId18" Type="http://schemas.openxmlformats.org/officeDocument/2006/relationships/font" Target="fonts/Fraunces-boldItalic.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g3fafe4020ad_2_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7" name="Google Shape;127;g3fafe4020ad_2_75:notes"/>
          <p:cNvSpPr/>
          <p:nvPr>
            <p:ph idx="2" type="sldImg"/>
          </p:nvPr>
        </p:nvSpPr>
        <p:spPr>
          <a:xfrm>
            <a:off x="1143164" y="685800"/>
            <a:ext cx="4572347"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g3fafe4020ad_2_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7" name="Google Shape;147;g3fafe4020ad_2_96:notes"/>
          <p:cNvSpPr/>
          <p:nvPr>
            <p:ph idx="2" type="sldImg"/>
          </p:nvPr>
        </p:nvSpPr>
        <p:spPr>
          <a:xfrm>
            <a:off x="1143164" y="685800"/>
            <a:ext cx="4572347"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g3fafe4020ad_2_1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7" name="Google Shape;167;g3fafe4020ad_2_116:notes"/>
          <p:cNvSpPr/>
          <p:nvPr>
            <p:ph idx="2" type="sldImg"/>
          </p:nvPr>
        </p:nvSpPr>
        <p:spPr>
          <a:xfrm>
            <a:off x="1143164" y="685800"/>
            <a:ext cx="4572347"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g3fafe4020ad_2_1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4" name="Google Shape;194;g3fafe4020ad_2_143:notes"/>
          <p:cNvSpPr/>
          <p:nvPr>
            <p:ph idx="2" type="sldImg"/>
          </p:nvPr>
        </p:nvSpPr>
        <p:spPr>
          <a:xfrm>
            <a:off x="1143164" y="685800"/>
            <a:ext cx="4572347"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g3fafe4020ad_2_1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3" name="Google Shape;203;g3fafe4020ad_2_151:notes"/>
          <p:cNvSpPr/>
          <p:nvPr>
            <p:ph idx="2" type="sldImg"/>
          </p:nvPr>
        </p:nvSpPr>
        <p:spPr>
          <a:xfrm>
            <a:off x="1143164" y="685800"/>
            <a:ext cx="4572347"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 name="Shape 220"/>
        <p:cNvGrpSpPr/>
        <p:nvPr/>
      </p:nvGrpSpPr>
      <p:grpSpPr>
        <a:xfrm>
          <a:off x="0" y="0"/>
          <a:ext cx="0" cy="0"/>
          <a:chOff x="0" y="0"/>
          <a:chExt cx="0" cy="0"/>
        </a:xfrm>
      </p:grpSpPr>
      <p:sp>
        <p:nvSpPr>
          <p:cNvPr id="221" name="Google Shape;221;g3fafe4020ad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2" name="Google Shape;222;g3fafe4020ad_0_0:notes"/>
          <p:cNvSpPr/>
          <p:nvPr>
            <p:ph idx="2" type="sldImg"/>
          </p:nvPr>
        </p:nvSpPr>
        <p:spPr>
          <a:xfrm>
            <a:off x="1143164"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g3fafe4020ad_2_1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1" name="Google Shape;231;g3fafe4020ad_2_178:notes"/>
          <p:cNvSpPr/>
          <p:nvPr>
            <p:ph idx="2" type="sldImg"/>
          </p:nvPr>
        </p:nvSpPr>
        <p:spPr>
          <a:xfrm>
            <a:off x="1143164" y="685800"/>
            <a:ext cx="4572347"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g3fafe4020ad_2_1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1" name="Google Shape;251;g3fafe4020ad_2_198:notes"/>
          <p:cNvSpPr/>
          <p:nvPr>
            <p:ph idx="2" type="sldImg"/>
          </p:nvPr>
        </p:nvSpPr>
        <p:spPr>
          <a:xfrm>
            <a:off x="1143164" y="685800"/>
            <a:ext cx="4572347"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6" name="Shape 56"/>
        <p:cNvGrpSpPr/>
        <p:nvPr/>
      </p:nvGrpSpPr>
      <p:grpSpPr>
        <a:xfrm>
          <a:off x="0" y="0"/>
          <a:ext cx="0" cy="0"/>
          <a:chOff x="0" y="0"/>
          <a:chExt cx="0" cy="0"/>
        </a:xfrm>
      </p:grpSpPr>
      <p:sp>
        <p:nvSpPr>
          <p:cNvPr id="57" name="Google Shape;57;p14"/>
          <p:cNvSpPr txBox="1"/>
          <p:nvPr>
            <p:ph idx="10" type="dt"/>
          </p:nvPr>
        </p:nvSpPr>
        <p:spPr>
          <a:xfrm>
            <a:off x="342909" y="4767263"/>
            <a:ext cx="1600243"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8" name="Google Shape;58;p14"/>
          <p:cNvSpPr txBox="1"/>
          <p:nvPr>
            <p:ph idx="11" type="ftr"/>
          </p:nvPr>
        </p:nvSpPr>
        <p:spPr>
          <a:xfrm>
            <a:off x="2343212" y="4767263"/>
            <a:ext cx="2171758"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9" name="Google Shape;59;p14"/>
          <p:cNvSpPr txBox="1"/>
          <p:nvPr>
            <p:ph idx="12" type="sldNum"/>
          </p:nvPr>
        </p:nvSpPr>
        <p:spPr>
          <a:xfrm>
            <a:off x="4915031" y="4767263"/>
            <a:ext cx="1600243"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60" name="Shape 60"/>
        <p:cNvGrpSpPr/>
        <p:nvPr/>
      </p:nvGrpSpPr>
      <p:grpSpPr>
        <a:xfrm>
          <a:off x="0" y="0"/>
          <a:ext cx="0" cy="0"/>
          <a:chOff x="0" y="0"/>
          <a:chExt cx="0" cy="0"/>
        </a:xfrm>
      </p:grpSpPr>
      <p:sp>
        <p:nvSpPr>
          <p:cNvPr id="61" name="Google Shape;61;p15"/>
          <p:cNvSpPr txBox="1"/>
          <p:nvPr>
            <p:ph type="ctrTitle"/>
          </p:nvPr>
        </p:nvSpPr>
        <p:spPr>
          <a:xfrm>
            <a:off x="514364" y="1597819"/>
            <a:ext cx="5829455" cy="1102519"/>
          </a:xfrm>
          <a:prstGeom prst="rect">
            <a:avLst/>
          </a:prstGeom>
          <a:noFill/>
          <a:ln>
            <a:noFill/>
          </a:ln>
        </p:spPr>
        <p:txBody>
          <a:bodyPr anchorCtr="0" anchor="ctr" bIns="34275" lIns="68575" spcFirstLastPara="1" rIns="68575" wrap="square" tIns="34275">
            <a:normAutofit/>
          </a:bodyPr>
          <a:lstStyle>
            <a:lvl1pPr lvl="0" algn="ctr">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62" name="Google Shape;62;p15"/>
          <p:cNvSpPr txBox="1"/>
          <p:nvPr>
            <p:ph idx="1" type="subTitle"/>
          </p:nvPr>
        </p:nvSpPr>
        <p:spPr>
          <a:xfrm>
            <a:off x="1028727" y="2914650"/>
            <a:ext cx="4800728" cy="1314450"/>
          </a:xfrm>
          <a:prstGeom prst="rect">
            <a:avLst/>
          </a:prstGeom>
          <a:noFill/>
          <a:ln>
            <a:noFill/>
          </a:ln>
        </p:spPr>
        <p:txBody>
          <a:bodyPr anchorCtr="0" anchor="t" bIns="34275" lIns="68575" spcFirstLastPara="1" rIns="68575" wrap="square" tIns="34275">
            <a:normAutofit/>
          </a:bodyPr>
          <a:lstStyle>
            <a:lvl1pPr lvl="0" algn="ctr">
              <a:spcBef>
                <a:spcPts val="500"/>
              </a:spcBef>
              <a:spcAft>
                <a:spcPts val="0"/>
              </a:spcAft>
              <a:buClr>
                <a:srgbClr val="888888"/>
              </a:buClr>
              <a:buSzPts val="2400"/>
              <a:buNone/>
              <a:defRPr>
                <a:solidFill>
                  <a:srgbClr val="888888"/>
                </a:solidFill>
              </a:defRPr>
            </a:lvl1pPr>
            <a:lvl2pPr lvl="1" algn="ctr">
              <a:spcBef>
                <a:spcPts val="400"/>
              </a:spcBef>
              <a:spcAft>
                <a:spcPts val="0"/>
              </a:spcAft>
              <a:buClr>
                <a:srgbClr val="888888"/>
              </a:buClr>
              <a:buSzPts val="2100"/>
              <a:buNone/>
              <a:defRPr>
                <a:solidFill>
                  <a:srgbClr val="888888"/>
                </a:solidFill>
              </a:defRPr>
            </a:lvl2pPr>
            <a:lvl3pPr lvl="2" algn="ctr">
              <a:spcBef>
                <a:spcPts val="400"/>
              </a:spcBef>
              <a:spcAft>
                <a:spcPts val="0"/>
              </a:spcAft>
              <a:buClr>
                <a:srgbClr val="888888"/>
              </a:buClr>
              <a:buSzPts val="1800"/>
              <a:buNone/>
              <a:defRPr>
                <a:solidFill>
                  <a:srgbClr val="888888"/>
                </a:solidFill>
              </a:defRPr>
            </a:lvl3pPr>
            <a:lvl4pPr lvl="3" algn="ctr">
              <a:spcBef>
                <a:spcPts val="300"/>
              </a:spcBef>
              <a:spcAft>
                <a:spcPts val="0"/>
              </a:spcAft>
              <a:buClr>
                <a:srgbClr val="888888"/>
              </a:buClr>
              <a:buSzPts val="1500"/>
              <a:buNone/>
              <a:defRPr>
                <a:solidFill>
                  <a:srgbClr val="888888"/>
                </a:solidFill>
              </a:defRPr>
            </a:lvl4pPr>
            <a:lvl5pPr lvl="4" algn="ctr">
              <a:spcBef>
                <a:spcPts val="300"/>
              </a:spcBef>
              <a:spcAft>
                <a:spcPts val="0"/>
              </a:spcAft>
              <a:buClr>
                <a:srgbClr val="888888"/>
              </a:buClr>
              <a:buSzPts val="1500"/>
              <a:buNone/>
              <a:defRPr>
                <a:solidFill>
                  <a:srgbClr val="888888"/>
                </a:solidFill>
              </a:defRPr>
            </a:lvl5pPr>
            <a:lvl6pPr lvl="5" algn="ctr">
              <a:spcBef>
                <a:spcPts val="300"/>
              </a:spcBef>
              <a:spcAft>
                <a:spcPts val="0"/>
              </a:spcAft>
              <a:buClr>
                <a:srgbClr val="888888"/>
              </a:buClr>
              <a:buSzPts val="1500"/>
              <a:buNone/>
              <a:defRPr>
                <a:solidFill>
                  <a:srgbClr val="888888"/>
                </a:solidFill>
              </a:defRPr>
            </a:lvl6pPr>
            <a:lvl7pPr lvl="6" algn="ctr">
              <a:spcBef>
                <a:spcPts val="300"/>
              </a:spcBef>
              <a:spcAft>
                <a:spcPts val="0"/>
              </a:spcAft>
              <a:buClr>
                <a:srgbClr val="888888"/>
              </a:buClr>
              <a:buSzPts val="1500"/>
              <a:buNone/>
              <a:defRPr>
                <a:solidFill>
                  <a:srgbClr val="888888"/>
                </a:solidFill>
              </a:defRPr>
            </a:lvl7pPr>
            <a:lvl8pPr lvl="7" algn="ctr">
              <a:spcBef>
                <a:spcPts val="300"/>
              </a:spcBef>
              <a:spcAft>
                <a:spcPts val="0"/>
              </a:spcAft>
              <a:buClr>
                <a:srgbClr val="888888"/>
              </a:buClr>
              <a:buSzPts val="1500"/>
              <a:buNone/>
              <a:defRPr>
                <a:solidFill>
                  <a:srgbClr val="888888"/>
                </a:solidFill>
              </a:defRPr>
            </a:lvl8pPr>
            <a:lvl9pPr lvl="8" algn="ctr">
              <a:spcBef>
                <a:spcPts val="300"/>
              </a:spcBef>
              <a:spcAft>
                <a:spcPts val="0"/>
              </a:spcAft>
              <a:buClr>
                <a:srgbClr val="888888"/>
              </a:buClr>
              <a:buSzPts val="1500"/>
              <a:buNone/>
              <a:defRPr>
                <a:solidFill>
                  <a:srgbClr val="888888"/>
                </a:solidFill>
              </a:defRPr>
            </a:lvl9pPr>
          </a:lstStyle>
          <a:p/>
        </p:txBody>
      </p:sp>
      <p:sp>
        <p:nvSpPr>
          <p:cNvPr id="63" name="Google Shape;63;p15"/>
          <p:cNvSpPr txBox="1"/>
          <p:nvPr>
            <p:ph idx="10" type="dt"/>
          </p:nvPr>
        </p:nvSpPr>
        <p:spPr>
          <a:xfrm>
            <a:off x="342909" y="4767263"/>
            <a:ext cx="1600243"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4" name="Google Shape;64;p15"/>
          <p:cNvSpPr txBox="1"/>
          <p:nvPr>
            <p:ph idx="11" type="ftr"/>
          </p:nvPr>
        </p:nvSpPr>
        <p:spPr>
          <a:xfrm>
            <a:off x="2343212" y="4767263"/>
            <a:ext cx="2171758"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5" name="Google Shape;65;p15"/>
          <p:cNvSpPr txBox="1"/>
          <p:nvPr>
            <p:ph idx="12" type="sldNum"/>
          </p:nvPr>
        </p:nvSpPr>
        <p:spPr>
          <a:xfrm>
            <a:off x="4915031" y="4767263"/>
            <a:ext cx="1600243"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66" name="Shape 66"/>
        <p:cNvGrpSpPr/>
        <p:nvPr/>
      </p:nvGrpSpPr>
      <p:grpSpPr>
        <a:xfrm>
          <a:off x="0" y="0"/>
          <a:ext cx="0" cy="0"/>
          <a:chOff x="0" y="0"/>
          <a:chExt cx="0" cy="0"/>
        </a:xfrm>
      </p:grpSpPr>
      <p:sp>
        <p:nvSpPr>
          <p:cNvPr id="67" name="Google Shape;67;p16"/>
          <p:cNvSpPr txBox="1"/>
          <p:nvPr>
            <p:ph type="title"/>
          </p:nvPr>
        </p:nvSpPr>
        <p:spPr>
          <a:xfrm>
            <a:off x="342909" y="205978"/>
            <a:ext cx="6172365" cy="857250"/>
          </a:xfrm>
          <a:prstGeom prst="rect">
            <a:avLst/>
          </a:prstGeom>
          <a:noFill/>
          <a:ln>
            <a:noFill/>
          </a:ln>
        </p:spPr>
        <p:txBody>
          <a:bodyPr anchorCtr="0" anchor="ctr" bIns="34275" lIns="68575" spcFirstLastPara="1" rIns="68575" wrap="square" tIns="34275">
            <a:normAutofit/>
          </a:bodyPr>
          <a:lstStyle>
            <a:lvl1pPr lvl="0" algn="ctr">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68" name="Google Shape;68;p16"/>
          <p:cNvSpPr txBox="1"/>
          <p:nvPr>
            <p:ph idx="1" type="body"/>
          </p:nvPr>
        </p:nvSpPr>
        <p:spPr>
          <a:xfrm>
            <a:off x="342909" y="1200150"/>
            <a:ext cx="6172365" cy="3394472"/>
          </a:xfrm>
          <a:prstGeom prst="rect">
            <a:avLst/>
          </a:prstGeom>
          <a:noFill/>
          <a:ln>
            <a:noFill/>
          </a:ln>
        </p:spPr>
        <p:txBody>
          <a:bodyPr anchorCtr="0" anchor="t" bIns="34275" lIns="68575" spcFirstLastPara="1" rIns="68575" wrap="square" tIns="34275">
            <a:normAutofit/>
          </a:bodyPr>
          <a:lstStyle>
            <a:lvl1pPr indent="-317500" lvl="0" marL="457200" algn="l">
              <a:spcBef>
                <a:spcPts val="300"/>
              </a:spcBef>
              <a:spcAft>
                <a:spcPts val="0"/>
              </a:spcAft>
              <a:buClr>
                <a:schemeClr val="dk1"/>
              </a:buClr>
              <a:buSzPts val="1400"/>
              <a:buChar char="•"/>
              <a:defRPr/>
            </a:lvl1pPr>
            <a:lvl2pPr indent="-317500" lvl="1" marL="914400" algn="l">
              <a:spcBef>
                <a:spcPts val="300"/>
              </a:spcBef>
              <a:spcAft>
                <a:spcPts val="0"/>
              </a:spcAft>
              <a:buClr>
                <a:schemeClr val="dk1"/>
              </a:buClr>
              <a:buSzPts val="1400"/>
              <a:buChar char="–"/>
              <a:defRPr/>
            </a:lvl2pPr>
            <a:lvl3pPr indent="-317500" lvl="2" marL="1371600" algn="l">
              <a:spcBef>
                <a:spcPts val="300"/>
              </a:spcBef>
              <a:spcAft>
                <a:spcPts val="0"/>
              </a:spcAft>
              <a:buClr>
                <a:schemeClr val="dk1"/>
              </a:buClr>
              <a:buSzPts val="1400"/>
              <a:buChar char="•"/>
              <a:defRPr/>
            </a:lvl3pPr>
            <a:lvl4pPr indent="-317500" lvl="3" marL="1828800" algn="l">
              <a:spcBef>
                <a:spcPts val="300"/>
              </a:spcBef>
              <a:spcAft>
                <a:spcPts val="0"/>
              </a:spcAft>
              <a:buClr>
                <a:schemeClr val="dk1"/>
              </a:buClr>
              <a:buSzPts val="1400"/>
              <a:buChar char="–"/>
              <a:defRPr/>
            </a:lvl4pPr>
            <a:lvl5pPr indent="-317500" lvl="4" marL="2286000" algn="l">
              <a:spcBef>
                <a:spcPts val="300"/>
              </a:spcBef>
              <a:spcAft>
                <a:spcPts val="0"/>
              </a:spcAft>
              <a:buClr>
                <a:schemeClr val="dk1"/>
              </a:buClr>
              <a:buSzPts val="1400"/>
              <a:buChar char="»"/>
              <a:defRPr/>
            </a:lvl5pPr>
            <a:lvl6pPr indent="-317500" lvl="5" marL="2743200" algn="l">
              <a:spcBef>
                <a:spcPts val="300"/>
              </a:spcBef>
              <a:spcAft>
                <a:spcPts val="0"/>
              </a:spcAft>
              <a:buClr>
                <a:schemeClr val="dk1"/>
              </a:buClr>
              <a:buSzPts val="1400"/>
              <a:buChar char="•"/>
              <a:defRPr/>
            </a:lvl6pPr>
            <a:lvl7pPr indent="-317500" lvl="6" marL="3200400" algn="l">
              <a:spcBef>
                <a:spcPts val="300"/>
              </a:spcBef>
              <a:spcAft>
                <a:spcPts val="0"/>
              </a:spcAft>
              <a:buClr>
                <a:schemeClr val="dk1"/>
              </a:buClr>
              <a:buSzPts val="1400"/>
              <a:buChar char="•"/>
              <a:defRPr/>
            </a:lvl7pPr>
            <a:lvl8pPr indent="-317500" lvl="7" marL="3657600" algn="l">
              <a:spcBef>
                <a:spcPts val="300"/>
              </a:spcBef>
              <a:spcAft>
                <a:spcPts val="0"/>
              </a:spcAft>
              <a:buClr>
                <a:schemeClr val="dk1"/>
              </a:buClr>
              <a:buSzPts val="1400"/>
              <a:buChar char="•"/>
              <a:defRPr/>
            </a:lvl8pPr>
            <a:lvl9pPr indent="-317500" lvl="8" marL="4114800" algn="l">
              <a:spcBef>
                <a:spcPts val="300"/>
              </a:spcBef>
              <a:spcAft>
                <a:spcPts val="0"/>
              </a:spcAft>
              <a:buClr>
                <a:schemeClr val="dk1"/>
              </a:buClr>
              <a:buSzPts val="1400"/>
              <a:buChar char="•"/>
              <a:defRPr/>
            </a:lvl9pPr>
          </a:lstStyle>
          <a:p/>
        </p:txBody>
      </p:sp>
      <p:sp>
        <p:nvSpPr>
          <p:cNvPr id="69" name="Google Shape;69;p16"/>
          <p:cNvSpPr txBox="1"/>
          <p:nvPr>
            <p:ph idx="10" type="dt"/>
          </p:nvPr>
        </p:nvSpPr>
        <p:spPr>
          <a:xfrm>
            <a:off x="342909" y="4767263"/>
            <a:ext cx="1600243"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0" name="Google Shape;70;p16"/>
          <p:cNvSpPr txBox="1"/>
          <p:nvPr>
            <p:ph idx="11" type="ftr"/>
          </p:nvPr>
        </p:nvSpPr>
        <p:spPr>
          <a:xfrm>
            <a:off x="2343212" y="4767263"/>
            <a:ext cx="2171758"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1" name="Google Shape;71;p16"/>
          <p:cNvSpPr txBox="1"/>
          <p:nvPr>
            <p:ph idx="12" type="sldNum"/>
          </p:nvPr>
        </p:nvSpPr>
        <p:spPr>
          <a:xfrm>
            <a:off x="4915031" y="4767263"/>
            <a:ext cx="1600243"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72" name="Shape 72"/>
        <p:cNvGrpSpPr/>
        <p:nvPr/>
      </p:nvGrpSpPr>
      <p:grpSpPr>
        <a:xfrm>
          <a:off x="0" y="0"/>
          <a:ext cx="0" cy="0"/>
          <a:chOff x="0" y="0"/>
          <a:chExt cx="0" cy="0"/>
        </a:xfrm>
      </p:grpSpPr>
      <p:sp>
        <p:nvSpPr>
          <p:cNvPr id="73" name="Google Shape;73;p17"/>
          <p:cNvSpPr txBox="1"/>
          <p:nvPr>
            <p:ph type="title"/>
          </p:nvPr>
        </p:nvSpPr>
        <p:spPr>
          <a:xfrm>
            <a:off x="541749" y="3305175"/>
            <a:ext cx="5829455" cy="1021556"/>
          </a:xfrm>
          <a:prstGeom prst="rect">
            <a:avLst/>
          </a:prstGeom>
          <a:noFill/>
          <a:ln>
            <a:noFill/>
          </a:ln>
        </p:spPr>
        <p:txBody>
          <a:bodyPr anchorCtr="0" anchor="t" bIns="34275" lIns="68575" spcFirstLastPara="1" rIns="68575" wrap="square" tIns="34275">
            <a:normAutofit/>
          </a:bodyPr>
          <a:lstStyle>
            <a:lvl1pPr lvl="0" algn="l">
              <a:spcBef>
                <a:spcPts val="0"/>
              </a:spcBef>
              <a:spcAft>
                <a:spcPts val="0"/>
              </a:spcAft>
              <a:buClr>
                <a:schemeClr val="dk1"/>
              </a:buClr>
              <a:buSzPts val="3000"/>
              <a:buFont typeface="Calibri"/>
              <a:buNone/>
              <a:defRPr b="1" sz="3000" cap="none"/>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4" name="Google Shape;74;p17"/>
          <p:cNvSpPr txBox="1"/>
          <p:nvPr>
            <p:ph idx="1" type="body"/>
          </p:nvPr>
        </p:nvSpPr>
        <p:spPr>
          <a:xfrm>
            <a:off x="541749" y="2180035"/>
            <a:ext cx="5829455" cy="1125140"/>
          </a:xfrm>
          <a:prstGeom prst="rect">
            <a:avLst/>
          </a:prstGeom>
          <a:noFill/>
          <a:ln>
            <a:noFill/>
          </a:ln>
        </p:spPr>
        <p:txBody>
          <a:bodyPr anchorCtr="0" anchor="b" bIns="34275" lIns="68575" spcFirstLastPara="1" rIns="68575" wrap="square" tIns="34275">
            <a:normAutofit/>
          </a:bodyPr>
          <a:lstStyle>
            <a:lvl1pPr indent="-228600" lvl="0" marL="457200" algn="l">
              <a:spcBef>
                <a:spcPts val="300"/>
              </a:spcBef>
              <a:spcAft>
                <a:spcPts val="0"/>
              </a:spcAft>
              <a:buClr>
                <a:srgbClr val="888888"/>
              </a:buClr>
              <a:buSzPts val="1500"/>
              <a:buNone/>
              <a:defRPr sz="1500">
                <a:solidFill>
                  <a:srgbClr val="888888"/>
                </a:solidFill>
              </a:defRPr>
            </a:lvl1pPr>
            <a:lvl2pPr indent="-228600" lvl="1" marL="914400" algn="l">
              <a:spcBef>
                <a:spcPts val="300"/>
              </a:spcBef>
              <a:spcAft>
                <a:spcPts val="0"/>
              </a:spcAft>
              <a:buClr>
                <a:srgbClr val="888888"/>
              </a:buClr>
              <a:buSzPts val="1400"/>
              <a:buNone/>
              <a:defRPr sz="1400">
                <a:solidFill>
                  <a:srgbClr val="888888"/>
                </a:solidFill>
              </a:defRPr>
            </a:lvl2pPr>
            <a:lvl3pPr indent="-228600" lvl="2" marL="1371600" algn="l">
              <a:spcBef>
                <a:spcPts val="200"/>
              </a:spcBef>
              <a:spcAft>
                <a:spcPts val="0"/>
              </a:spcAft>
              <a:buClr>
                <a:srgbClr val="888888"/>
              </a:buClr>
              <a:buSzPts val="1200"/>
              <a:buNone/>
              <a:defRPr sz="1200">
                <a:solidFill>
                  <a:srgbClr val="888888"/>
                </a:solidFill>
              </a:defRPr>
            </a:lvl3pPr>
            <a:lvl4pPr indent="-228600" lvl="3" marL="1828800" algn="l">
              <a:spcBef>
                <a:spcPts val="200"/>
              </a:spcBef>
              <a:spcAft>
                <a:spcPts val="0"/>
              </a:spcAft>
              <a:buClr>
                <a:srgbClr val="888888"/>
              </a:buClr>
              <a:buSzPts val="1100"/>
              <a:buNone/>
              <a:defRPr sz="1100">
                <a:solidFill>
                  <a:srgbClr val="888888"/>
                </a:solidFill>
              </a:defRPr>
            </a:lvl4pPr>
            <a:lvl5pPr indent="-228600" lvl="4" marL="2286000" algn="l">
              <a:spcBef>
                <a:spcPts val="200"/>
              </a:spcBef>
              <a:spcAft>
                <a:spcPts val="0"/>
              </a:spcAft>
              <a:buClr>
                <a:srgbClr val="888888"/>
              </a:buClr>
              <a:buSzPts val="1100"/>
              <a:buNone/>
              <a:defRPr sz="1100">
                <a:solidFill>
                  <a:srgbClr val="888888"/>
                </a:solidFill>
              </a:defRPr>
            </a:lvl5pPr>
            <a:lvl6pPr indent="-228600" lvl="5" marL="2743200" algn="l">
              <a:spcBef>
                <a:spcPts val="200"/>
              </a:spcBef>
              <a:spcAft>
                <a:spcPts val="0"/>
              </a:spcAft>
              <a:buClr>
                <a:srgbClr val="888888"/>
              </a:buClr>
              <a:buSzPts val="1100"/>
              <a:buNone/>
              <a:defRPr sz="1100">
                <a:solidFill>
                  <a:srgbClr val="888888"/>
                </a:solidFill>
              </a:defRPr>
            </a:lvl6pPr>
            <a:lvl7pPr indent="-228600" lvl="6" marL="3200400" algn="l">
              <a:spcBef>
                <a:spcPts val="200"/>
              </a:spcBef>
              <a:spcAft>
                <a:spcPts val="0"/>
              </a:spcAft>
              <a:buClr>
                <a:srgbClr val="888888"/>
              </a:buClr>
              <a:buSzPts val="1100"/>
              <a:buNone/>
              <a:defRPr sz="1100">
                <a:solidFill>
                  <a:srgbClr val="888888"/>
                </a:solidFill>
              </a:defRPr>
            </a:lvl7pPr>
            <a:lvl8pPr indent="-228600" lvl="7" marL="3657600" algn="l">
              <a:spcBef>
                <a:spcPts val="200"/>
              </a:spcBef>
              <a:spcAft>
                <a:spcPts val="0"/>
              </a:spcAft>
              <a:buClr>
                <a:srgbClr val="888888"/>
              </a:buClr>
              <a:buSzPts val="1100"/>
              <a:buNone/>
              <a:defRPr sz="1100">
                <a:solidFill>
                  <a:srgbClr val="888888"/>
                </a:solidFill>
              </a:defRPr>
            </a:lvl8pPr>
            <a:lvl9pPr indent="-228600" lvl="8" marL="4114800" algn="l">
              <a:spcBef>
                <a:spcPts val="200"/>
              </a:spcBef>
              <a:spcAft>
                <a:spcPts val="0"/>
              </a:spcAft>
              <a:buClr>
                <a:srgbClr val="888888"/>
              </a:buClr>
              <a:buSzPts val="1100"/>
              <a:buNone/>
              <a:defRPr sz="1100">
                <a:solidFill>
                  <a:srgbClr val="888888"/>
                </a:solidFill>
              </a:defRPr>
            </a:lvl9pPr>
          </a:lstStyle>
          <a:p/>
        </p:txBody>
      </p:sp>
      <p:sp>
        <p:nvSpPr>
          <p:cNvPr id="75" name="Google Shape;75;p17"/>
          <p:cNvSpPr txBox="1"/>
          <p:nvPr>
            <p:ph idx="10" type="dt"/>
          </p:nvPr>
        </p:nvSpPr>
        <p:spPr>
          <a:xfrm>
            <a:off x="342909" y="4767263"/>
            <a:ext cx="1600243"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6" name="Google Shape;76;p17"/>
          <p:cNvSpPr txBox="1"/>
          <p:nvPr>
            <p:ph idx="11" type="ftr"/>
          </p:nvPr>
        </p:nvSpPr>
        <p:spPr>
          <a:xfrm>
            <a:off x="2343212" y="4767263"/>
            <a:ext cx="2171758"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7" name="Google Shape;77;p17"/>
          <p:cNvSpPr txBox="1"/>
          <p:nvPr>
            <p:ph idx="12" type="sldNum"/>
          </p:nvPr>
        </p:nvSpPr>
        <p:spPr>
          <a:xfrm>
            <a:off x="4915031" y="4767263"/>
            <a:ext cx="1600243"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78" name="Shape 78"/>
        <p:cNvGrpSpPr/>
        <p:nvPr/>
      </p:nvGrpSpPr>
      <p:grpSpPr>
        <a:xfrm>
          <a:off x="0" y="0"/>
          <a:ext cx="0" cy="0"/>
          <a:chOff x="0" y="0"/>
          <a:chExt cx="0" cy="0"/>
        </a:xfrm>
      </p:grpSpPr>
      <p:sp>
        <p:nvSpPr>
          <p:cNvPr id="79" name="Google Shape;79;p18"/>
          <p:cNvSpPr txBox="1"/>
          <p:nvPr>
            <p:ph type="title"/>
          </p:nvPr>
        </p:nvSpPr>
        <p:spPr>
          <a:xfrm>
            <a:off x="342909" y="205978"/>
            <a:ext cx="6172365" cy="857250"/>
          </a:xfrm>
          <a:prstGeom prst="rect">
            <a:avLst/>
          </a:prstGeom>
          <a:noFill/>
          <a:ln>
            <a:noFill/>
          </a:ln>
        </p:spPr>
        <p:txBody>
          <a:bodyPr anchorCtr="0" anchor="ctr" bIns="34275" lIns="68575" spcFirstLastPara="1" rIns="68575" wrap="square" tIns="34275">
            <a:normAutofit/>
          </a:bodyPr>
          <a:lstStyle>
            <a:lvl1pPr lvl="0" algn="ctr">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80" name="Google Shape;80;p18"/>
          <p:cNvSpPr txBox="1"/>
          <p:nvPr>
            <p:ph idx="1" type="body"/>
          </p:nvPr>
        </p:nvSpPr>
        <p:spPr>
          <a:xfrm>
            <a:off x="342909" y="1200150"/>
            <a:ext cx="3029031" cy="3394472"/>
          </a:xfrm>
          <a:prstGeom prst="rect">
            <a:avLst/>
          </a:prstGeom>
          <a:noFill/>
          <a:ln>
            <a:noFill/>
          </a:ln>
        </p:spPr>
        <p:txBody>
          <a:bodyPr anchorCtr="0" anchor="t" bIns="34275" lIns="68575" spcFirstLastPara="1" rIns="68575" wrap="square" tIns="34275">
            <a:normAutofit/>
          </a:bodyPr>
          <a:lstStyle>
            <a:lvl1pPr indent="-361950" lvl="0" marL="457200" algn="l">
              <a:spcBef>
                <a:spcPts val="400"/>
              </a:spcBef>
              <a:spcAft>
                <a:spcPts val="0"/>
              </a:spcAft>
              <a:buClr>
                <a:schemeClr val="dk1"/>
              </a:buClr>
              <a:buSzPts val="2100"/>
              <a:buChar char="•"/>
              <a:defRPr sz="2100"/>
            </a:lvl1pPr>
            <a:lvl2pPr indent="-342900" lvl="1" marL="914400" algn="l">
              <a:spcBef>
                <a:spcPts val="400"/>
              </a:spcBef>
              <a:spcAft>
                <a:spcPts val="0"/>
              </a:spcAft>
              <a:buClr>
                <a:schemeClr val="dk1"/>
              </a:buClr>
              <a:buSzPts val="1800"/>
              <a:buChar char="–"/>
              <a:defRPr sz="1800"/>
            </a:lvl2pPr>
            <a:lvl3pPr indent="-323850" lvl="2" marL="1371600" algn="l">
              <a:spcBef>
                <a:spcPts val="300"/>
              </a:spcBef>
              <a:spcAft>
                <a:spcPts val="0"/>
              </a:spcAft>
              <a:buClr>
                <a:schemeClr val="dk1"/>
              </a:buClr>
              <a:buSzPts val="1500"/>
              <a:buChar char="•"/>
              <a:defRPr sz="1500"/>
            </a:lvl3pPr>
            <a:lvl4pPr indent="-317500" lvl="3" marL="1828800" algn="l">
              <a:spcBef>
                <a:spcPts val="300"/>
              </a:spcBef>
              <a:spcAft>
                <a:spcPts val="0"/>
              </a:spcAft>
              <a:buClr>
                <a:schemeClr val="dk1"/>
              </a:buClr>
              <a:buSzPts val="1400"/>
              <a:buChar char="–"/>
              <a:defRPr sz="1400"/>
            </a:lvl4pPr>
            <a:lvl5pPr indent="-317500" lvl="4" marL="2286000" algn="l">
              <a:spcBef>
                <a:spcPts val="300"/>
              </a:spcBef>
              <a:spcAft>
                <a:spcPts val="0"/>
              </a:spcAft>
              <a:buClr>
                <a:schemeClr val="dk1"/>
              </a:buClr>
              <a:buSzPts val="1400"/>
              <a:buChar char="»"/>
              <a:defRPr sz="1400"/>
            </a:lvl5pPr>
            <a:lvl6pPr indent="-317500" lvl="5" marL="2743200" algn="l">
              <a:spcBef>
                <a:spcPts val="300"/>
              </a:spcBef>
              <a:spcAft>
                <a:spcPts val="0"/>
              </a:spcAft>
              <a:buClr>
                <a:schemeClr val="dk1"/>
              </a:buClr>
              <a:buSzPts val="1400"/>
              <a:buChar char="•"/>
              <a:defRPr sz="1400"/>
            </a:lvl6pPr>
            <a:lvl7pPr indent="-317500" lvl="6" marL="3200400" algn="l">
              <a:spcBef>
                <a:spcPts val="300"/>
              </a:spcBef>
              <a:spcAft>
                <a:spcPts val="0"/>
              </a:spcAft>
              <a:buClr>
                <a:schemeClr val="dk1"/>
              </a:buClr>
              <a:buSzPts val="1400"/>
              <a:buChar char="•"/>
              <a:defRPr sz="1400"/>
            </a:lvl7pPr>
            <a:lvl8pPr indent="-317500" lvl="7" marL="3657600" algn="l">
              <a:spcBef>
                <a:spcPts val="300"/>
              </a:spcBef>
              <a:spcAft>
                <a:spcPts val="0"/>
              </a:spcAft>
              <a:buClr>
                <a:schemeClr val="dk1"/>
              </a:buClr>
              <a:buSzPts val="1400"/>
              <a:buChar char="•"/>
              <a:defRPr sz="1400"/>
            </a:lvl8pPr>
            <a:lvl9pPr indent="-317500" lvl="8" marL="4114800" algn="l">
              <a:spcBef>
                <a:spcPts val="300"/>
              </a:spcBef>
              <a:spcAft>
                <a:spcPts val="0"/>
              </a:spcAft>
              <a:buClr>
                <a:schemeClr val="dk1"/>
              </a:buClr>
              <a:buSzPts val="1400"/>
              <a:buChar char="•"/>
              <a:defRPr sz="1400"/>
            </a:lvl9pPr>
          </a:lstStyle>
          <a:p/>
        </p:txBody>
      </p:sp>
      <p:sp>
        <p:nvSpPr>
          <p:cNvPr id="81" name="Google Shape;81;p18"/>
          <p:cNvSpPr txBox="1"/>
          <p:nvPr>
            <p:ph idx="2" type="body"/>
          </p:nvPr>
        </p:nvSpPr>
        <p:spPr>
          <a:xfrm>
            <a:off x="3486243" y="1200150"/>
            <a:ext cx="3029031" cy="3394472"/>
          </a:xfrm>
          <a:prstGeom prst="rect">
            <a:avLst/>
          </a:prstGeom>
          <a:noFill/>
          <a:ln>
            <a:noFill/>
          </a:ln>
        </p:spPr>
        <p:txBody>
          <a:bodyPr anchorCtr="0" anchor="t" bIns="34275" lIns="68575" spcFirstLastPara="1" rIns="68575" wrap="square" tIns="34275">
            <a:normAutofit/>
          </a:bodyPr>
          <a:lstStyle>
            <a:lvl1pPr indent="-361950" lvl="0" marL="457200" algn="l">
              <a:spcBef>
                <a:spcPts val="400"/>
              </a:spcBef>
              <a:spcAft>
                <a:spcPts val="0"/>
              </a:spcAft>
              <a:buClr>
                <a:schemeClr val="dk1"/>
              </a:buClr>
              <a:buSzPts val="2100"/>
              <a:buChar char="•"/>
              <a:defRPr sz="2100"/>
            </a:lvl1pPr>
            <a:lvl2pPr indent="-342900" lvl="1" marL="914400" algn="l">
              <a:spcBef>
                <a:spcPts val="400"/>
              </a:spcBef>
              <a:spcAft>
                <a:spcPts val="0"/>
              </a:spcAft>
              <a:buClr>
                <a:schemeClr val="dk1"/>
              </a:buClr>
              <a:buSzPts val="1800"/>
              <a:buChar char="–"/>
              <a:defRPr sz="1800"/>
            </a:lvl2pPr>
            <a:lvl3pPr indent="-323850" lvl="2" marL="1371600" algn="l">
              <a:spcBef>
                <a:spcPts val="300"/>
              </a:spcBef>
              <a:spcAft>
                <a:spcPts val="0"/>
              </a:spcAft>
              <a:buClr>
                <a:schemeClr val="dk1"/>
              </a:buClr>
              <a:buSzPts val="1500"/>
              <a:buChar char="•"/>
              <a:defRPr sz="1500"/>
            </a:lvl3pPr>
            <a:lvl4pPr indent="-317500" lvl="3" marL="1828800" algn="l">
              <a:spcBef>
                <a:spcPts val="300"/>
              </a:spcBef>
              <a:spcAft>
                <a:spcPts val="0"/>
              </a:spcAft>
              <a:buClr>
                <a:schemeClr val="dk1"/>
              </a:buClr>
              <a:buSzPts val="1400"/>
              <a:buChar char="–"/>
              <a:defRPr sz="1400"/>
            </a:lvl4pPr>
            <a:lvl5pPr indent="-317500" lvl="4" marL="2286000" algn="l">
              <a:spcBef>
                <a:spcPts val="300"/>
              </a:spcBef>
              <a:spcAft>
                <a:spcPts val="0"/>
              </a:spcAft>
              <a:buClr>
                <a:schemeClr val="dk1"/>
              </a:buClr>
              <a:buSzPts val="1400"/>
              <a:buChar char="»"/>
              <a:defRPr sz="1400"/>
            </a:lvl5pPr>
            <a:lvl6pPr indent="-317500" lvl="5" marL="2743200" algn="l">
              <a:spcBef>
                <a:spcPts val="300"/>
              </a:spcBef>
              <a:spcAft>
                <a:spcPts val="0"/>
              </a:spcAft>
              <a:buClr>
                <a:schemeClr val="dk1"/>
              </a:buClr>
              <a:buSzPts val="1400"/>
              <a:buChar char="•"/>
              <a:defRPr sz="1400"/>
            </a:lvl6pPr>
            <a:lvl7pPr indent="-317500" lvl="6" marL="3200400" algn="l">
              <a:spcBef>
                <a:spcPts val="300"/>
              </a:spcBef>
              <a:spcAft>
                <a:spcPts val="0"/>
              </a:spcAft>
              <a:buClr>
                <a:schemeClr val="dk1"/>
              </a:buClr>
              <a:buSzPts val="1400"/>
              <a:buChar char="•"/>
              <a:defRPr sz="1400"/>
            </a:lvl7pPr>
            <a:lvl8pPr indent="-317500" lvl="7" marL="3657600" algn="l">
              <a:spcBef>
                <a:spcPts val="300"/>
              </a:spcBef>
              <a:spcAft>
                <a:spcPts val="0"/>
              </a:spcAft>
              <a:buClr>
                <a:schemeClr val="dk1"/>
              </a:buClr>
              <a:buSzPts val="1400"/>
              <a:buChar char="•"/>
              <a:defRPr sz="1400"/>
            </a:lvl8pPr>
            <a:lvl9pPr indent="-317500" lvl="8" marL="4114800" algn="l">
              <a:spcBef>
                <a:spcPts val="300"/>
              </a:spcBef>
              <a:spcAft>
                <a:spcPts val="0"/>
              </a:spcAft>
              <a:buClr>
                <a:schemeClr val="dk1"/>
              </a:buClr>
              <a:buSzPts val="1400"/>
              <a:buChar char="•"/>
              <a:defRPr sz="1400"/>
            </a:lvl9pPr>
          </a:lstStyle>
          <a:p/>
        </p:txBody>
      </p:sp>
      <p:sp>
        <p:nvSpPr>
          <p:cNvPr id="82" name="Google Shape;82;p18"/>
          <p:cNvSpPr txBox="1"/>
          <p:nvPr>
            <p:ph idx="10" type="dt"/>
          </p:nvPr>
        </p:nvSpPr>
        <p:spPr>
          <a:xfrm>
            <a:off x="342909" y="4767263"/>
            <a:ext cx="1600243"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83" name="Google Shape;83;p18"/>
          <p:cNvSpPr txBox="1"/>
          <p:nvPr>
            <p:ph idx="11" type="ftr"/>
          </p:nvPr>
        </p:nvSpPr>
        <p:spPr>
          <a:xfrm>
            <a:off x="2343212" y="4767263"/>
            <a:ext cx="2171758"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84" name="Google Shape;84;p18"/>
          <p:cNvSpPr txBox="1"/>
          <p:nvPr>
            <p:ph idx="12" type="sldNum"/>
          </p:nvPr>
        </p:nvSpPr>
        <p:spPr>
          <a:xfrm>
            <a:off x="4915031" y="4767263"/>
            <a:ext cx="1600243"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85" name="Shape 85"/>
        <p:cNvGrpSpPr/>
        <p:nvPr/>
      </p:nvGrpSpPr>
      <p:grpSpPr>
        <a:xfrm>
          <a:off x="0" y="0"/>
          <a:ext cx="0" cy="0"/>
          <a:chOff x="0" y="0"/>
          <a:chExt cx="0" cy="0"/>
        </a:xfrm>
      </p:grpSpPr>
      <p:sp>
        <p:nvSpPr>
          <p:cNvPr id="86" name="Google Shape;86;p19"/>
          <p:cNvSpPr txBox="1"/>
          <p:nvPr>
            <p:ph type="title"/>
          </p:nvPr>
        </p:nvSpPr>
        <p:spPr>
          <a:xfrm>
            <a:off x="342909" y="205978"/>
            <a:ext cx="6172365" cy="857250"/>
          </a:xfrm>
          <a:prstGeom prst="rect">
            <a:avLst/>
          </a:prstGeom>
          <a:noFill/>
          <a:ln>
            <a:noFill/>
          </a:ln>
        </p:spPr>
        <p:txBody>
          <a:bodyPr anchorCtr="0" anchor="ctr" bIns="34275" lIns="68575" spcFirstLastPara="1" rIns="68575" wrap="square" tIns="34275">
            <a:normAutofit/>
          </a:bodyPr>
          <a:lstStyle>
            <a:lvl1pPr lvl="0" algn="ctr">
              <a:spcBef>
                <a:spcPts val="0"/>
              </a:spcBef>
              <a:spcAft>
                <a:spcPts val="0"/>
              </a:spcAft>
              <a:buClr>
                <a:schemeClr val="dk1"/>
              </a:buClr>
              <a:buSzPts val="3300"/>
              <a:buFont typeface="Calibri"/>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87" name="Google Shape;87;p19"/>
          <p:cNvSpPr txBox="1"/>
          <p:nvPr>
            <p:ph idx="1" type="body"/>
          </p:nvPr>
        </p:nvSpPr>
        <p:spPr>
          <a:xfrm>
            <a:off x="342909" y="1151335"/>
            <a:ext cx="3030222" cy="479822"/>
          </a:xfrm>
          <a:prstGeom prst="rect">
            <a:avLst/>
          </a:prstGeom>
          <a:noFill/>
          <a:ln>
            <a:noFill/>
          </a:ln>
        </p:spPr>
        <p:txBody>
          <a:bodyPr anchorCtr="0" anchor="b" bIns="34275" lIns="68575" spcFirstLastPara="1" rIns="68575" wrap="square" tIns="34275">
            <a:normAutofit/>
          </a:bodyPr>
          <a:lstStyle>
            <a:lvl1pPr indent="-228600" lvl="0" marL="457200" algn="l">
              <a:spcBef>
                <a:spcPts val="400"/>
              </a:spcBef>
              <a:spcAft>
                <a:spcPts val="0"/>
              </a:spcAft>
              <a:buClr>
                <a:schemeClr val="dk1"/>
              </a:buClr>
              <a:buSzPts val="1800"/>
              <a:buNone/>
              <a:defRPr b="1" sz="1800"/>
            </a:lvl1pPr>
            <a:lvl2pPr indent="-228600" lvl="1" marL="914400" algn="l">
              <a:spcBef>
                <a:spcPts val="300"/>
              </a:spcBef>
              <a:spcAft>
                <a:spcPts val="0"/>
              </a:spcAft>
              <a:buClr>
                <a:schemeClr val="dk1"/>
              </a:buClr>
              <a:buSzPts val="1500"/>
              <a:buNone/>
              <a:defRPr b="1" sz="1500"/>
            </a:lvl2pPr>
            <a:lvl3pPr indent="-228600" lvl="2" marL="1371600" algn="l">
              <a:spcBef>
                <a:spcPts val="300"/>
              </a:spcBef>
              <a:spcAft>
                <a:spcPts val="0"/>
              </a:spcAft>
              <a:buClr>
                <a:schemeClr val="dk1"/>
              </a:buClr>
              <a:buSzPts val="1400"/>
              <a:buNone/>
              <a:defRPr b="1" sz="1400"/>
            </a:lvl3pPr>
            <a:lvl4pPr indent="-228600" lvl="3" marL="1828800" algn="l">
              <a:spcBef>
                <a:spcPts val="200"/>
              </a:spcBef>
              <a:spcAft>
                <a:spcPts val="0"/>
              </a:spcAft>
              <a:buClr>
                <a:schemeClr val="dk1"/>
              </a:buClr>
              <a:buSzPts val="1200"/>
              <a:buNone/>
              <a:defRPr b="1" sz="1200"/>
            </a:lvl4pPr>
            <a:lvl5pPr indent="-228600" lvl="4" marL="2286000" algn="l">
              <a:spcBef>
                <a:spcPts val="200"/>
              </a:spcBef>
              <a:spcAft>
                <a:spcPts val="0"/>
              </a:spcAft>
              <a:buClr>
                <a:schemeClr val="dk1"/>
              </a:buClr>
              <a:buSzPts val="1200"/>
              <a:buNone/>
              <a:defRPr b="1" sz="1200"/>
            </a:lvl5pPr>
            <a:lvl6pPr indent="-228600" lvl="5" marL="2743200" algn="l">
              <a:spcBef>
                <a:spcPts val="200"/>
              </a:spcBef>
              <a:spcAft>
                <a:spcPts val="0"/>
              </a:spcAft>
              <a:buClr>
                <a:schemeClr val="dk1"/>
              </a:buClr>
              <a:buSzPts val="1200"/>
              <a:buNone/>
              <a:defRPr b="1" sz="1200"/>
            </a:lvl6pPr>
            <a:lvl7pPr indent="-228600" lvl="6" marL="3200400" algn="l">
              <a:spcBef>
                <a:spcPts val="200"/>
              </a:spcBef>
              <a:spcAft>
                <a:spcPts val="0"/>
              </a:spcAft>
              <a:buClr>
                <a:schemeClr val="dk1"/>
              </a:buClr>
              <a:buSzPts val="1200"/>
              <a:buNone/>
              <a:defRPr b="1" sz="1200"/>
            </a:lvl7pPr>
            <a:lvl8pPr indent="-228600" lvl="7" marL="3657600" algn="l">
              <a:spcBef>
                <a:spcPts val="200"/>
              </a:spcBef>
              <a:spcAft>
                <a:spcPts val="0"/>
              </a:spcAft>
              <a:buClr>
                <a:schemeClr val="dk1"/>
              </a:buClr>
              <a:buSzPts val="1200"/>
              <a:buNone/>
              <a:defRPr b="1" sz="1200"/>
            </a:lvl8pPr>
            <a:lvl9pPr indent="-228600" lvl="8" marL="4114800" algn="l">
              <a:spcBef>
                <a:spcPts val="200"/>
              </a:spcBef>
              <a:spcAft>
                <a:spcPts val="0"/>
              </a:spcAft>
              <a:buClr>
                <a:schemeClr val="dk1"/>
              </a:buClr>
              <a:buSzPts val="1200"/>
              <a:buNone/>
              <a:defRPr b="1" sz="1200"/>
            </a:lvl9pPr>
          </a:lstStyle>
          <a:p/>
        </p:txBody>
      </p:sp>
      <p:sp>
        <p:nvSpPr>
          <p:cNvPr id="88" name="Google Shape;88;p19"/>
          <p:cNvSpPr txBox="1"/>
          <p:nvPr>
            <p:ph idx="2" type="body"/>
          </p:nvPr>
        </p:nvSpPr>
        <p:spPr>
          <a:xfrm>
            <a:off x="342909" y="1631156"/>
            <a:ext cx="3030222" cy="2963466"/>
          </a:xfrm>
          <a:prstGeom prst="rect">
            <a:avLst/>
          </a:prstGeom>
          <a:noFill/>
          <a:ln>
            <a:noFill/>
          </a:ln>
        </p:spPr>
        <p:txBody>
          <a:bodyPr anchorCtr="0" anchor="t" bIns="34275" lIns="68575" spcFirstLastPara="1" rIns="68575" wrap="square" tIns="34275">
            <a:normAutofit/>
          </a:bodyPr>
          <a:lstStyle>
            <a:lvl1pPr indent="-342900" lvl="0" marL="457200" algn="l">
              <a:spcBef>
                <a:spcPts val="400"/>
              </a:spcBef>
              <a:spcAft>
                <a:spcPts val="0"/>
              </a:spcAft>
              <a:buClr>
                <a:schemeClr val="dk1"/>
              </a:buClr>
              <a:buSzPts val="1800"/>
              <a:buChar char="•"/>
              <a:defRPr sz="1800"/>
            </a:lvl1pPr>
            <a:lvl2pPr indent="-323850" lvl="1" marL="914400" algn="l">
              <a:spcBef>
                <a:spcPts val="300"/>
              </a:spcBef>
              <a:spcAft>
                <a:spcPts val="0"/>
              </a:spcAft>
              <a:buClr>
                <a:schemeClr val="dk1"/>
              </a:buClr>
              <a:buSzPts val="1500"/>
              <a:buChar char="–"/>
              <a:defRPr sz="1500"/>
            </a:lvl2pPr>
            <a:lvl3pPr indent="-317500" lvl="2" marL="1371600" algn="l">
              <a:spcBef>
                <a:spcPts val="300"/>
              </a:spcBef>
              <a:spcAft>
                <a:spcPts val="0"/>
              </a:spcAft>
              <a:buClr>
                <a:schemeClr val="dk1"/>
              </a:buClr>
              <a:buSzPts val="1400"/>
              <a:buChar char="•"/>
              <a:defRPr sz="1400"/>
            </a:lvl3pPr>
            <a:lvl4pPr indent="-304800" lvl="3" marL="1828800" algn="l">
              <a:spcBef>
                <a:spcPts val="200"/>
              </a:spcBef>
              <a:spcAft>
                <a:spcPts val="0"/>
              </a:spcAft>
              <a:buClr>
                <a:schemeClr val="dk1"/>
              </a:buClr>
              <a:buSzPts val="1200"/>
              <a:buChar char="–"/>
              <a:defRPr sz="1200"/>
            </a:lvl4pPr>
            <a:lvl5pPr indent="-304800" lvl="4" marL="2286000" algn="l">
              <a:spcBef>
                <a:spcPts val="200"/>
              </a:spcBef>
              <a:spcAft>
                <a:spcPts val="0"/>
              </a:spcAft>
              <a:buClr>
                <a:schemeClr val="dk1"/>
              </a:buClr>
              <a:buSzPts val="1200"/>
              <a:buChar char="»"/>
              <a:defRPr sz="1200"/>
            </a:lvl5pPr>
            <a:lvl6pPr indent="-304800" lvl="5" marL="2743200" algn="l">
              <a:spcBef>
                <a:spcPts val="200"/>
              </a:spcBef>
              <a:spcAft>
                <a:spcPts val="0"/>
              </a:spcAft>
              <a:buClr>
                <a:schemeClr val="dk1"/>
              </a:buClr>
              <a:buSzPts val="1200"/>
              <a:buChar char="•"/>
              <a:defRPr sz="1200"/>
            </a:lvl6pPr>
            <a:lvl7pPr indent="-304800" lvl="6" marL="3200400" algn="l">
              <a:spcBef>
                <a:spcPts val="200"/>
              </a:spcBef>
              <a:spcAft>
                <a:spcPts val="0"/>
              </a:spcAft>
              <a:buClr>
                <a:schemeClr val="dk1"/>
              </a:buClr>
              <a:buSzPts val="1200"/>
              <a:buChar char="•"/>
              <a:defRPr sz="1200"/>
            </a:lvl7pPr>
            <a:lvl8pPr indent="-304800" lvl="7" marL="3657600" algn="l">
              <a:spcBef>
                <a:spcPts val="200"/>
              </a:spcBef>
              <a:spcAft>
                <a:spcPts val="0"/>
              </a:spcAft>
              <a:buClr>
                <a:schemeClr val="dk1"/>
              </a:buClr>
              <a:buSzPts val="1200"/>
              <a:buChar char="•"/>
              <a:defRPr sz="1200"/>
            </a:lvl8pPr>
            <a:lvl9pPr indent="-304800" lvl="8" marL="4114800" algn="l">
              <a:spcBef>
                <a:spcPts val="200"/>
              </a:spcBef>
              <a:spcAft>
                <a:spcPts val="0"/>
              </a:spcAft>
              <a:buClr>
                <a:schemeClr val="dk1"/>
              </a:buClr>
              <a:buSzPts val="1200"/>
              <a:buChar char="•"/>
              <a:defRPr sz="1200"/>
            </a:lvl9pPr>
          </a:lstStyle>
          <a:p/>
        </p:txBody>
      </p:sp>
      <p:sp>
        <p:nvSpPr>
          <p:cNvPr id="89" name="Google Shape;89;p19"/>
          <p:cNvSpPr txBox="1"/>
          <p:nvPr>
            <p:ph idx="3" type="body"/>
          </p:nvPr>
        </p:nvSpPr>
        <p:spPr>
          <a:xfrm>
            <a:off x="3483862" y="1151335"/>
            <a:ext cx="3031412" cy="479822"/>
          </a:xfrm>
          <a:prstGeom prst="rect">
            <a:avLst/>
          </a:prstGeom>
          <a:noFill/>
          <a:ln>
            <a:noFill/>
          </a:ln>
        </p:spPr>
        <p:txBody>
          <a:bodyPr anchorCtr="0" anchor="b" bIns="34275" lIns="68575" spcFirstLastPara="1" rIns="68575" wrap="square" tIns="34275">
            <a:normAutofit/>
          </a:bodyPr>
          <a:lstStyle>
            <a:lvl1pPr indent="-228600" lvl="0" marL="457200" algn="l">
              <a:spcBef>
                <a:spcPts val="400"/>
              </a:spcBef>
              <a:spcAft>
                <a:spcPts val="0"/>
              </a:spcAft>
              <a:buClr>
                <a:schemeClr val="dk1"/>
              </a:buClr>
              <a:buSzPts val="1800"/>
              <a:buNone/>
              <a:defRPr b="1" sz="1800"/>
            </a:lvl1pPr>
            <a:lvl2pPr indent="-228600" lvl="1" marL="914400" algn="l">
              <a:spcBef>
                <a:spcPts val="300"/>
              </a:spcBef>
              <a:spcAft>
                <a:spcPts val="0"/>
              </a:spcAft>
              <a:buClr>
                <a:schemeClr val="dk1"/>
              </a:buClr>
              <a:buSzPts val="1500"/>
              <a:buNone/>
              <a:defRPr b="1" sz="1500"/>
            </a:lvl2pPr>
            <a:lvl3pPr indent="-228600" lvl="2" marL="1371600" algn="l">
              <a:spcBef>
                <a:spcPts val="300"/>
              </a:spcBef>
              <a:spcAft>
                <a:spcPts val="0"/>
              </a:spcAft>
              <a:buClr>
                <a:schemeClr val="dk1"/>
              </a:buClr>
              <a:buSzPts val="1400"/>
              <a:buNone/>
              <a:defRPr b="1" sz="1400"/>
            </a:lvl3pPr>
            <a:lvl4pPr indent="-228600" lvl="3" marL="1828800" algn="l">
              <a:spcBef>
                <a:spcPts val="200"/>
              </a:spcBef>
              <a:spcAft>
                <a:spcPts val="0"/>
              </a:spcAft>
              <a:buClr>
                <a:schemeClr val="dk1"/>
              </a:buClr>
              <a:buSzPts val="1200"/>
              <a:buNone/>
              <a:defRPr b="1" sz="1200"/>
            </a:lvl4pPr>
            <a:lvl5pPr indent="-228600" lvl="4" marL="2286000" algn="l">
              <a:spcBef>
                <a:spcPts val="200"/>
              </a:spcBef>
              <a:spcAft>
                <a:spcPts val="0"/>
              </a:spcAft>
              <a:buClr>
                <a:schemeClr val="dk1"/>
              </a:buClr>
              <a:buSzPts val="1200"/>
              <a:buNone/>
              <a:defRPr b="1" sz="1200"/>
            </a:lvl5pPr>
            <a:lvl6pPr indent="-228600" lvl="5" marL="2743200" algn="l">
              <a:spcBef>
                <a:spcPts val="200"/>
              </a:spcBef>
              <a:spcAft>
                <a:spcPts val="0"/>
              </a:spcAft>
              <a:buClr>
                <a:schemeClr val="dk1"/>
              </a:buClr>
              <a:buSzPts val="1200"/>
              <a:buNone/>
              <a:defRPr b="1" sz="1200"/>
            </a:lvl6pPr>
            <a:lvl7pPr indent="-228600" lvl="6" marL="3200400" algn="l">
              <a:spcBef>
                <a:spcPts val="200"/>
              </a:spcBef>
              <a:spcAft>
                <a:spcPts val="0"/>
              </a:spcAft>
              <a:buClr>
                <a:schemeClr val="dk1"/>
              </a:buClr>
              <a:buSzPts val="1200"/>
              <a:buNone/>
              <a:defRPr b="1" sz="1200"/>
            </a:lvl7pPr>
            <a:lvl8pPr indent="-228600" lvl="7" marL="3657600" algn="l">
              <a:spcBef>
                <a:spcPts val="200"/>
              </a:spcBef>
              <a:spcAft>
                <a:spcPts val="0"/>
              </a:spcAft>
              <a:buClr>
                <a:schemeClr val="dk1"/>
              </a:buClr>
              <a:buSzPts val="1200"/>
              <a:buNone/>
              <a:defRPr b="1" sz="1200"/>
            </a:lvl8pPr>
            <a:lvl9pPr indent="-228600" lvl="8" marL="4114800" algn="l">
              <a:spcBef>
                <a:spcPts val="200"/>
              </a:spcBef>
              <a:spcAft>
                <a:spcPts val="0"/>
              </a:spcAft>
              <a:buClr>
                <a:schemeClr val="dk1"/>
              </a:buClr>
              <a:buSzPts val="1200"/>
              <a:buNone/>
              <a:defRPr b="1" sz="1200"/>
            </a:lvl9pPr>
          </a:lstStyle>
          <a:p/>
        </p:txBody>
      </p:sp>
      <p:sp>
        <p:nvSpPr>
          <p:cNvPr id="90" name="Google Shape;90;p19"/>
          <p:cNvSpPr txBox="1"/>
          <p:nvPr>
            <p:ph idx="4" type="body"/>
          </p:nvPr>
        </p:nvSpPr>
        <p:spPr>
          <a:xfrm>
            <a:off x="3483862" y="1631156"/>
            <a:ext cx="3031412" cy="2963466"/>
          </a:xfrm>
          <a:prstGeom prst="rect">
            <a:avLst/>
          </a:prstGeom>
          <a:noFill/>
          <a:ln>
            <a:noFill/>
          </a:ln>
        </p:spPr>
        <p:txBody>
          <a:bodyPr anchorCtr="0" anchor="t" bIns="34275" lIns="68575" spcFirstLastPara="1" rIns="68575" wrap="square" tIns="34275">
            <a:normAutofit/>
          </a:bodyPr>
          <a:lstStyle>
            <a:lvl1pPr indent="-342900" lvl="0" marL="457200" algn="l">
              <a:spcBef>
                <a:spcPts val="400"/>
              </a:spcBef>
              <a:spcAft>
                <a:spcPts val="0"/>
              </a:spcAft>
              <a:buClr>
                <a:schemeClr val="dk1"/>
              </a:buClr>
              <a:buSzPts val="1800"/>
              <a:buChar char="•"/>
              <a:defRPr sz="1800"/>
            </a:lvl1pPr>
            <a:lvl2pPr indent="-323850" lvl="1" marL="914400" algn="l">
              <a:spcBef>
                <a:spcPts val="300"/>
              </a:spcBef>
              <a:spcAft>
                <a:spcPts val="0"/>
              </a:spcAft>
              <a:buClr>
                <a:schemeClr val="dk1"/>
              </a:buClr>
              <a:buSzPts val="1500"/>
              <a:buChar char="–"/>
              <a:defRPr sz="1500"/>
            </a:lvl2pPr>
            <a:lvl3pPr indent="-317500" lvl="2" marL="1371600" algn="l">
              <a:spcBef>
                <a:spcPts val="300"/>
              </a:spcBef>
              <a:spcAft>
                <a:spcPts val="0"/>
              </a:spcAft>
              <a:buClr>
                <a:schemeClr val="dk1"/>
              </a:buClr>
              <a:buSzPts val="1400"/>
              <a:buChar char="•"/>
              <a:defRPr sz="1400"/>
            </a:lvl3pPr>
            <a:lvl4pPr indent="-304800" lvl="3" marL="1828800" algn="l">
              <a:spcBef>
                <a:spcPts val="200"/>
              </a:spcBef>
              <a:spcAft>
                <a:spcPts val="0"/>
              </a:spcAft>
              <a:buClr>
                <a:schemeClr val="dk1"/>
              </a:buClr>
              <a:buSzPts val="1200"/>
              <a:buChar char="–"/>
              <a:defRPr sz="1200"/>
            </a:lvl4pPr>
            <a:lvl5pPr indent="-304800" lvl="4" marL="2286000" algn="l">
              <a:spcBef>
                <a:spcPts val="200"/>
              </a:spcBef>
              <a:spcAft>
                <a:spcPts val="0"/>
              </a:spcAft>
              <a:buClr>
                <a:schemeClr val="dk1"/>
              </a:buClr>
              <a:buSzPts val="1200"/>
              <a:buChar char="»"/>
              <a:defRPr sz="1200"/>
            </a:lvl5pPr>
            <a:lvl6pPr indent="-304800" lvl="5" marL="2743200" algn="l">
              <a:spcBef>
                <a:spcPts val="200"/>
              </a:spcBef>
              <a:spcAft>
                <a:spcPts val="0"/>
              </a:spcAft>
              <a:buClr>
                <a:schemeClr val="dk1"/>
              </a:buClr>
              <a:buSzPts val="1200"/>
              <a:buChar char="•"/>
              <a:defRPr sz="1200"/>
            </a:lvl6pPr>
            <a:lvl7pPr indent="-304800" lvl="6" marL="3200400" algn="l">
              <a:spcBef>
                <a:spcPts val="200"/>
              </a:spcBef>
              <a:spcAft>
                <a:spcPts val="0"/>
              </a:spcAft>
              <a:buClr>
                <a:schemeClr val="dk1"/>
              </a:buClr>
              <a:buSzPts val="1200"/>
              <a:buChar char="•"/>
              <a:defRPr sz="1200"/>
            </a:lvl7pPr>
            <a:lvl8pPr indent="-304800" lvl="7" marL="3657600" algn="l">
              <a:spcBef>
                <a:spcPts val="200"/>
              </a:spcBef>
              <a:spcAft>
                <a:spcPts val="0"/>
              </a:spcAft>
              <a:buClr>
                <a:schemeClr val="dk1"/>
              </a:buClr>
              <a:buSzPts val="1200"/>
              <a:buChar char="•"/>
              <a:defRPr sz="1200"/>
            </a:lvl8pPr>
            <a:lvl9pPr indent="-304800" lvl="8" marL="4114800" algn="l">
              <a:spcBef>
                <a:spcPts val="200"/>
              </a:spcBef>
              <a:spcAft>
                <a:spcPts val="0"/>
              </a:spcAft>
              <a:buClr>
                <a:schemeClr val="dk1"/>
              </a:buClr>
              <a:buSzPts val="1200"/>
              <a:buChar char="•"/>
              <a:defRPr sz="1200"/>
            </a:lvl9pPr>
          </a:lstStyle>
          <a:p/>
        </p:txBody>
      </p:sp>
      <p:sp>
        <p:nvSpPr>
          <p:cNvPr id="91" name="Google Shape;91;p19"/>
          <p:cNvSpPr txBox="1"/>
          <p:nvPr>
            <p:ph idx="10" type="dt"/>
          </p:nvPr>
        </p:nvSpPr>
        <p:spPr>
          <a:xfrm>
            <a:off x="342909" y="4767263"/>
            <a:ext cx="1600243"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92" name="Google Shape;92;p19"/>
          <p:cNvSpPr txBox="1"/>
          <p:nvPr>
            <p:ph idx="11" type="ftr"/>
          </p:nvPr>
        </p:nvSpPr>
        <p:spPr>
          <a:xfrm>
            <a:off x="2343212" y="4767263"/>
            <a:ext cx="2171758"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93" name="Google Shape;93;p19"/>
          <p:cNvSpPr txBox="1"/>
          <p:nvPr>
            <p:ph idx="12" type="sldNum"/>
          </p:nvPr>
        </p:nvSpPr>
        <p:spPr>
          <a:xfrm>
            <a:off x="4915031" y="4767263"/>
            <a:ext cx="1600243"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94" name="Shape 94"/>
        <p:cNvGrpSpPr/>
        <p:nvPr/>
      </p:nvGrpSpPr>
      <p:grpSpPr>
        <a:xfrm>
          <a:off x="0" y="0"/>
          <a:ext cx="0" cy="0"/>
          <a:chOff x="0" y="0"/>
          <a:chExt cx="0" cy="0"/>
        </a:xfrm>
      </p:grpSpPr>
      <p:sp>
        <p:nvSpPr>
          <p:cNvPr id="95" name="Google Shape;95;p20"/>
          <p:cNvSpPr txBox="1"/>
          <p:nvPr>
            <p:ph type="title"/>
          </p:nvPr>
        </p:nvSpPr>
        <p:spPr>
          <a:xfrm>
            <a:off x="342909" y="205978"/>
            <a:ext cx="6172365" cy="857250"/>
          </a:xfrm>
          <a:prstGeom prst="rect">
            <a:avLst/>
          </a:prstGeom>
          <a:noFill/>
          <a:ln>
            <a:noFill/>
          </a:ln>
        </p:spPr>
        <p:txBody>
          <a:bodyPr anchorCtr="0" anchor="ctr" bIns="34275" lIns="68575" spcFirstLastPara="1" rIns="68575" wrap="square" tIns="34275">
            <a:normAutofit/>
          </a:bodyPr>
          <a:lstStyle>
            <a:lvl1pPr lvl="0" algn="ctr">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96" name="Google Shape;96;p20"/>
          <p:cNvSpPr txBox="1"/>
          <p:nvPr>
            <p:ph idx="10" type="dt"/>
          </p:nvPr>
        </p:nvSpPr>
        <p:spPr>
          <a:xfrm>
            <a:off x="342909" y="4767263"/>
            <a:ext cx="1600243"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97" name="Google Shape;97;p20"/>
          <p:cNvSpPr txBox="1"/>
          <p:nvPr>
            <p:ph idx="11" type="ftr"/>
          </p:nvPr>
        </p:nvSpPr>
        <p:spPr>
          <a:xfrm>
            <a:off x="2343212" y="4767263"/>
            <a:ext cx="2171758"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98" name="Google Shape;98;p20"/>
          <p:cNvSpPr txBox="1"/>
          <p:nvPr>
            <p:ph idx="12" type="sldNum"/>
          </p:nvPr>
        </p:nvSpPr>
        <p:spPr>
          <a:xfrm>
            <a:off x="4915031" y="4767263"/>
            <a:ext cx="1600243"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99" name="Shape 99"/>
        <p:cNvGrpSpPr/>
        <p:nvPr/>
      </p:nvGrpSpPr>
      <p:grpSpPr>
        <a:xfrm>
          <a:off x="0" y="0"/>
          <a:ext cx="0" cy="0"/>
          <a:chOff x="0" y="0"/>
          <a:chExt cx="0" cy="0"/>
        </a:xfrm>
      </p:grpSpPr>
      <p:sp>
        <p:nvSpPr>
          <p:cNvPr id="100" name="Google Shape;100;p21"/>
          <p:cNvSpPr txBox="1"/>
          <p:nvPr>
            <p:ph type="title"/>
          </p:nvPr>
        </p:nvSpPr>
        <p:spPr>
          <a:xfrm>
            <a:off x="342909" y="204788"/>
            <a:ext cx="2256295" cy="871538"/>
          </a:xfrm>
          <a:prstGeom prst="rect">
            <a:avLst/>
          </a:prstGeom>
          <a:noFill/>
          <a:ln>
            <a:noFill/>
          </a:ln>
        </p:spPr>
        <p:txBody>
          <a:bodyPr anchorCtr="0" anchor="b" bIns="34275" lIns="68575" spcFirstLastPara="1" rIns="68575" wrap="square" tIns="34275">
            <a:normAutofit/>
          </a:bodyPr>
          <a:lstStyle>
            <a:lvl1pPr lvl="0" algn="l">
              <a:spcBef>
                <a:spcPts val="0"/>
              </a:spcBef>
              <a:spcAft>
                <a:spcPts val="0"/>
              </a:spcAft>
              <a:buClr>
                <a:schemeClr val="dk1"/>
              </a:buClr>
              <a:buSzPts val="1500"/>
              <a:buFont typeface="Calibri"/>
              <a:buNone/>
              <a:defRPr b="1" sz="1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01" name="Google Shape;101;p21"/>
          <p:cNvSpPr txBox="1"/>
          <p:nvPr>
            <p:ph idx="1" type="body"/>
          </p:nvPr>
        </p:nvSpPr>
        <p:spPr>
          <a:xfrm>
            <a:off x="2681359" y="204788"/>
            <a:ext cx="3833915" cy="4389835"/>
          </a:xfrm>
          <a:prstGeom prst="rect">
            <a:avLst/>
          </a:prstGeom>
          <a:noFill/>
          <a:ln>
            <a:noFill/>
          </a:ln>
        </p:spPr>
        <p:txBody>
          <a:bodyPr anchorCtr="0" anchor="t" bIns="34275" lIns="68575" spcFirstLastPara="1" rIns="68575" wrap="square" tIns="34275">
            <a:normAutofit/>
          </a:bodyPr>
          <a:lstStyle>
            <a:lvl1pPr indent="-381000" lvl="0" marL="457200" algn="l">
              <a:spcBef>
                <a:spcPts val="500"/>
              </a:spcBef>
              <a:spcAft>
                <a:spcPts val="0"/>
              </a:spcAft>
              <a:buClr>
                <a:schemeClr val="dk1"/>
              </a:buClr>
              <a:buSzPts val="2400"/>
              <a:buChar char="•"/>
              <a:defRPr sz="2400"/>
            </a:lvl1pPr>
            <a:lvl2pPr indent="-361950" lvl="1" marL="914400" algn="l">
              <a:spcBef>
                <a:spcPts val="400"/>
              </a:spcBef>
              <a:spcAft>
                <a:spcPts val="0"/>
              </a:spcAft>
              <a:buClr>
                <a:schemeClr val="dk1"/>
              </a:buClr>
              <a:buSzPts val="2100"/>
              <a:buChar char="–"/>
              <a:defRPr sz="2100"/>
            </a:lvl2pPr>
            <a:lvl3pPr indent="-342900" lvl="2" marL="1371600" algn="l">
              <a:spcBef>
                <a:spcPts val="400"/>
              </a:spcBef>
              <a:spcAft>
                <a:spcPts val="0"/>
              </a:spcAft>
              <a:buClr>
                <a:schemeClr val="dk1"/>
              </a:buClr>
              <a:buSzPts val="1800"/>
              <a:buChar char="•"/>
              <a:defRPr sz="1800"/>
            </a:lvl3pPr>
            <a:lvl4pPr indent="-323850" lvl="3" marL="1828800" algn="l">
              <a:spcBef>
                <a:spcPts val="300"/>
              </a:spcBef>
              <a:spcAft>
                <a:spcPts val="0"/>
              </a:spcAft>
              <a:buClr>
                <a:schemeClr val="dk1"/>
              </a:buClr>
              <a:buSzPts val="1500"/>
              <a:buChar char="–"/>
              <a:defRPr sz="1500"/>
            </a:lvl4pPr>
            <a:lvl5pPr indent="-323850" lvl="4" marL="2286000" algn="l">
              <a:spcBef>
                <a:spcPts val="300"/>
              </a:spcBef>
              <a:spcAft>
                <a:spcPts val="0"/>
              </a:spcAft>
              <a:buClr>
                <a:schemeClr val="dk1"/>
              </a:buClr>
              <a:buSzPts val="1500"/>
              <a:buChar char="»"/>
              <a:defRPr sz="1500"/>
            </a:lvl5pPr>
            <a:lvl6pPr indent="-323850" lvl="5" marL="2743200" algn="l">
              <a:spcBef>
                <a:spcPts val="300"/>
              </a:spcBef>
              <a:spcAft>
                <a:spcPts val="0"/>
              </a:spcAft>
              <a:buClr>
                <a:schemeClr val="dk1"/>
              </a:buClr>
              <a:buSzPts val="1500"/>
              <a:buChar char="•"/>
              <a:defRPr sz="1500"/>
            </a:lvl6pPr>
            <a:lvl7pPr indent="-323850" lvl="6" marL="3200400" algn="l">
              <a:spcBef>
                <a:spcPts val="300"/>
              </a:spcBef>
              <a:spcAft>
                <a:spcPts val="0"/>
              </a:spcAft>
              <a:buClr>
                <a:schemeClr val="dk1"/>
              </a:buClr>
              <a:buSzPts val="1500"/>
              <a:buChar char="•"/>
              <a:defRPr sz="1500"/>
            </a:lvl7pPr>
            <a:lvl8pPr indent="-323850" lvl="7" marL="3657600" algn="l">
              <a:spcBef>
                <a:spcPts val="300"/>
              </a:spcBef>
              <a:spcAft>
                <a:spcPts val="0"/>
              </a:spcAft>
              <a:buClr>
                <a:schemeClr val="dk1"/>
              </a:buClr>
              <a:buSzPts val="1500"/>
              <a:buChar char="•"/>
              <a:defRPr sz="1500"/>
            </a:lvl8pPr>
            <a:lvl9pPr indent="-323850" lvl="8" marL="4114800" algn="l">
              <a:spcBef>
                <a:spcPts val="300"/>
              </a:spcBef>
              <a:spcAft>
                <a:spcPts val="0"/>
              </a:spcAft>
              <a:buClr>
                <a:schemeClr val="dk1"/>
              </a:buClr>
              <a:buSzPts val="1500"/>
              <a:buChar char="•"/>
              <a:defRPr sz="1500"/>
            </a:lvl9pPr>
          </a:lstStyle>
          <a:p/>
        </p:txBody>
      </p:sp>
      <p:sp>
        <p:nvSpPr>
          <p:cNvPr id="102" name="Google Shape;102;p21"/>
          <p:cNvSpPr txBox="1"/>
          <p:nvPr>
            <p:ph idx="2" type="body"/>
          </p:nvPr>
        </p:nvSpPr>
        <p:spPr>
          <a:xfrm>
            <a:off x="342909" y="1076325"/>
            <a:ext cx="2256295" cy="3518297"/>
          </a:xfrm>
          <a:prstGeom prst="rect">
            <a:avLst/>
          </a:prstGeom>
          <a:noFill/>
          <a:ln>
            <a:noFill/>
          </a:ln>
        </p:spPr>
        <p:txBody>
          <a:bodyPr anchorCtr="0" anchor="t" bIns="34275" lIns="68575" spcFirstLastPara="1" rIns="68575" wrap="square" tIns="34275">
            <a:normAutofit/>
          </a:bodyPr>
          <a:lstStyle>
            <a:lvl1pPr indent="-228600" lvl="0" marL="457200" algn="l">
              <a:spcBef>
                <a:spcPts val="200"/>
              </a:spcBef>
              <a:spcAft>
                <a:spcPts val="0"/>
              </a:spcAft>
              <a:buClr>
                <a:schemeClr val="dk1"/>
              </a:buClr>
              <a:buSzPts val="1100"/>
              <a:buNone/>
              <a:defRPr sz="1100"/>
            </a:lvl1pPr>
            <a:lvl2pPr indent="-228600" lvl="1" marL="914400" algn="l">
              <a:spcBef>
                <a:spcPts val="200"/>
              </a:spcBef>
              <a:spcAft>
                <a:spcPts val="0"/>
              </a:spcAft>
              <a:buClr>
                <a:schemeClr val="dk1"/>
              </a:buClr>
              <a:buSzPts val="900"/>
              <a:buNone/>
              <a:defRPr sz="900"/>
            </a:lvl2pPr>
            <a:lvl3pPr indent="-228600" lvl="2" marL="1371600" algn="l">
              <a:spcBef>
                <a:spcPts val="200"/>
              </a:spcBef>
              <a:spcAft>
                <a:spcPts val="0"/>
              </a:spcAft>
              <a:buClr>
                <a:schemeClr val="dk1"/>
              </a:buClr>
              <a:buSzPts val="800"/>
              <a:buNone/>
              <a:defRPr sz="800"/>
            </a:lvl3pPr>
            <a:lvl4pPr indent="-228600" lvl="3" marL="1828800" algn="l">
              <a:spcBef>
                <a:spcPts val="100"/>
              </a:spcBef>
              <a:spcAft>
                <a:spcPts val="0"/>
              </a:spcAft>
              <a:buClr>
                <a:schemeClr val="dk1"/>
              </a:buClr>
              <a:buSzPts val="700"/>
              <a:buNone/>
              <a:defRPr sz="700"/>
            </a:lvl4pPr>
            <a:lvl5pPr indent="-228600" lvl="4" marL="2286000" algn="l">
              <a:spcBef>
                <a:spcPts val="100"/>
              </a:spcBef>
              <a:spcAft>
                <a:spcPts val="0"/>
              </a:spcAft>
              <a:buClr>
                <a:schemeClr val="dk1"/>
              </a:buClr>
              <a:buSzPts val="700"/>
              <a:buNone/>
              <a:defRPr sz="700"/>
            </a:lvl5pPr>
            <a:lvl6pPr indent="-228600" lvl="5" marL="2743200" algn="l">
              <a:spcBef>
                <a:spcPts val="100"/>
              </a:spcBef>
              <a:spcAft>
                <a:spcPts val="0"/>
              </a:spcAft>
              <a:buClr>
                <a:schemeClr val="dk1"/>
              </a:buClr>
              <a:buSzPts val="700"/>
              <a:buNone/>
              <a:defRPr sz="700"/>
            </a:lvl6pPr>
            <a:lvl7pPr indent="-228600" lvl="6" marL="3200400" algn="l">
              <a:spcBef>
                <a:spcPts val="100"/>
              </a:spcBef>
              <a:spcAft>
                <a:spcPts val="0"/>
              </a:spcAft>
              <a:buClr>
                <a:schemeClr val="dk1"/>
              </a:buClr>
              <a:buSzPts val="700"/>
              <a:buNone/>
              <a:defRPr sz="700"/>
            </a:lvl7pPr>
            <a:lvl8pPr indent="-228600" lvl="7" marL="3657600" algn="l">
              <a:spcBef>
                <a:spcPts val="100"/>
              </a:spcBef>
              <a:spcAft>
                <a:spcPts val="0"/>
              </a:spcAft>
              <a:buClr>
                <a:schemeClr val="dk1"/>
              </a:buClr>
              <a:buSzPts val="700"/>
              <a:buNone/>
              <a:defRPr sz="700"/>
            </a:lvl8pPr>
            <a:lvl9pPr indent="-228600" lvl="8" marL="4114800" algn="l">
              <a:spcBef>
                <a:spcPts val="100"/>
              </a:spcBef>
              <a:spcAft>
                <a:spcPts val="0"/>
              </a:spcAft>
              <a:buClr>
                <a:schemeClr val="dk1"/>
              </a:buClr>
              <a:buSzPts val="700"/>
              <a:buNone/>
              <a:defRPr sz="700"/>
            </a:lvl9pPr>
          </a:lstStyle>
          <a:p/>
        </p:txBody>
      </p:sp>
      <p:sp>
        <p:nvSpPr>
          <p:cNvPr id="103" name="Google Shape;103;p21"/>
          <p:cNvSpPr txBox="1"/>
          <p:nvPr>
            <p:ph idx="10" type="dt"/>
          </p:nvPr>
        </p:nvSpPr>
        <p:spPr>
          <a:xfrm>
            <a:off x="342909" y="4767263"/>
            <a:ext cx="1600243"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04" name="Google Shape;104;p21"/>
          <p:cNvSpPr txBox="1"/>
          <p:nvPr>
            <p:ph idx="11" type="ftr"/>
          </p:nvPr>
        </p:nvSpPr>
        <p:spPr>
          <a:xfrm>
            <a:off x="2343212" y="4767263"/>
            <a:ext cx="2171758"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05" name="Google Shape;105;p21"/>
          <p:cNvSpPr txBox="1"/>
          <p:nvPr>
            <p:ph idx="12" type="sldNum"/>
          </p:nvPr>
        </p:nvSpPr>
        <p:spPr>
          <a:xfrm>
            <a:off x="4915031" y="4767263"/>
            <a:ext cx="1600243"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106" name="Shape 106"/>
        <p:cNvGrpSpPr/>
        <p:nvPr/>
      </p:nvGrpSpPr>
      <p:grpSpPr>
        <a:xfrm>
          <a:off x="0" y="0"/>
          <a:ext cx="0" cy="0"/>
          <a:chOff x="0" y="0"/>
          <a:chExt cx="0" cy="0"/>
        </a:xfrm>
      </p:grpSpPr>
      <p:sp>
        <p:nvSpPr>
          <p:cNvPr id="107" name="Google Shape;107;p22"/>
          <p:cNvSpPr txBox="1"/>
          <p:nvPr>
            <p:ph type="title"/>
          </p:nvPr>
        </p:nvSpPr>
        <p:spPr>
          <a:xfrm>
            <a:off x="1344252" y="3600450"/>
            <a:ext cx="4114910" cy="425054"/>
          </a:xfrm>
          <a:prstGeom prst="rect">
            <a:avLst/>
          </a:prstGeom>
          <a:noFill/>
          <a:ln>
            <a:noFill/>
          </a:ln>
        </p:spPr>
        <p:txBody>
          <a:bodyPr anchorCtr="0" anchor="b" bIns="34275" lIns="68575" spcFirstLastPara="1" rIns="68575" wrap="square" tIns="34275">
            <a:normAutofit/>
          </a:bodyPr>
          <a:lstStyle>
            <a:lvl1pPr lvl="0" algn="l">
              <a:spcBef>
                <a:spcPts val="0"/>
              </a:spcBef>
              <a:spcAft>
                <a:spcPts val="0"/>
              </a:spcAft>
              <a:buClr>
                <a:schemeClr val="dk1"/>
              </a:buClr>
              <a:buSzPts val="1500"/>
              <a:buFont typeface="Calibri"/>
              <a:buNone/>
              <a:defRPr b="1" sz="1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08" name="Google Shape;108;p22"/>
          <p:cNvSpPr/>
          <p:nvPr>
            <p:ph idx="2" type="pic"/>
          </p:nvPr>
        </p:nvSpPr>
        <p:spPr>
          <a:xfrm>
            <a:off x="1344252" y="459581"/>
            <a:ext cx="4114910" cy="3086100"/>
          </a:xfrm>
          <a:prstGeom prst="rect">
            <a:avLst/>
          </a:prstGeom>
          <a:noFill/>
          <a:ln>
            <a:noFill/>
          </a:ln>
        </p:spPr>
      </p:sp>
      <p:sp>
        <p:nvSpPr>
          <p:cNvPr id="109" name="Google Shape;109;p22"/>
          <p:cNvSpPr txBox="1"/>
          <p:nvPr>
            <p:ph idx="1" type="body"/>
          </p:nvPr>
        </p:nvSpPr>
        <p:spPr>
          <a:xfrm>
            <a:off x="1344252" y="4025503"/>
            <a:ext cx="4114910" cy="603647"/>
          </a:xfrm>
          <a:prstGeom prst="rect">
            <a:avLst/>
          </a:prstGeom>
          <a:noFill/>
          <a:ln>
            <a:noFill/>
          </a:ln>
        </p:spPr>
        <p:txBody>
          <a:bodyPr anchorCtr="0" anchor="t" bIns="34275" lIns="68575" spcFirstLastPara="1" rIns="68575" wrap="square" tIns="34275">
            <a:normAutofit/>
          </a:bodyPr>
          <a:lstStyle>
            <a:lvl1pPr indent="-228600" lvl="0" marL="457200" algn="l">
              <a:spcBef>
                <a:spcPts val="200"/>
              </a:spcBef>
              <a:spcAft>
                <a:spcPts val="0"/>
              </a:spcAft>
              <a:buClr>
                <a:schemeClr val="dk1"/>
              </a:buClr>
              <a:buSzPts val="1100"/>
              <a:buNone/>
              <a:defRPr sz="1100"/>
            </a:lvl1pPr>
            <a:lvl2pPr indent="-228600" lvl="1" marL="914400" algn="l">
              <a:spcBef>
                <a:spcPts val="200"/>
              </a:spcBef>
              <a:spcAft>
                <a:spcPts val="0"/>
              </a:spcAft>
              <a:buClr>
                <a:schemeClr val="dk1"/>
              </a:buClr>
              <a:buSzPts val="900"/>
              <a:buNone/>
              <a:defRPr sz="900"/>
            </a:lvl2pPr>
            <a:lvl3pPr indent="-228600" lvl="2" marL="1371600" algn="l">
              <a:spcBef>
                <a:spcPts val="200"/>
              </a:spcBef>
              <a:spcAft>
                <a:spcPts val="0"/>
              </a:spcAft>
              <a:buClr>
                <a:schemeClr val="dk1"/>
              </a:buClr>
              <a:buSzPts val="800"/>
              <a:buNone/>
              <a:defRPr sz="800"/>
            </a:lvl3pPr>
            <a:lvl4pPr indent="-228600" lvl="3" marL="1828800" algn="l">
              <a:spcBef>
                <a:spcPts val="100"/>
              </a:spcBef>
              <a:spcAft>
                <a:spcPts val="0"/>
              </a:spcAft>
              <a:buClr>
                <a:schemeClr val="dk1"/>
              </a:buClr>
              <a:buSzPts val="700"/>
              <a:buNone/>
              <a:defRPr sz="700"/>
            </a:lvl4pPr>
            <a:lvl5pPr indent="-228600" lvl="4" marL="2286000" algn="l">
              <a:spcBef>
                <a:spcPts val="100"/>
              </a:spcBef>
              <a:spcAft>
                <a:spcPts val="0"/>
              </a:spcAft>
              <a:buClr>
                <a:schemeClr val="dk1"/>
              </a:buClr>
              <a:buSzPts val="700"/>
              <a:buNone/>
              <a:defRPr sz="700"/>
            </a:lvl5pPr>
            <a:lvl6pPr indent="-228600" lvl="5" marL="2743200" algn="l">
              <a:spcBef>
                <a:spcPts val="100"/>
              </a:spcBef>
              <a:spcAft>
                <a:spcPts val="0"/>
              </a:spcAft>
              <a:buClr>
                <a:schemeClr val="dk1"/>
              </a:buClr>
              <a:buSzPts val="700"/>
              <a:buNone/>
              <a:defRPr sz="700"/>
            </a:lvl6pPr>
            <a:lvl7pPr indent="-228600" lvl="6" marL="3200400" algn="l">
              <a:spcBef>
                <a:spcPts val="100"/>
              </a:spcBef>
              <a:spcAft>
                <a:spcPts val="0"/>
              </a:spcAft>
              <a:buClr>
                <a:schemeClr val="dk1"/>
              </a:buClr>
              <a:buSzPts val="700"/>
              <a:buNone/>
              <a:defRPr sz="700"/>
            </a:lvl7pPr>
            <a:lvl8pPr indent="-228600" lvl="7" marL="3657600" algn="l">
              <a:spcBef>
                <a:spcPts val="100"/>
              </a:spcBef>
              <a:spcAft>
                <a:spcPts val="0"/>
              </a:spcAft>
              <a:buClr>
                <a:schemeClr val="dk1"/>
              </a:buClr>
              <a:buSzPts val="700"/>
              <a:buNone/>
              <a:defRPr sz="700"/>
            </a:lvl8pPr>
            <a:lvl9pPr indent="-228600" lvl="8" marL="4114800" algn="l">
              <a:spcBef>
                <a:spcPts val="100"/>
              </a:spcBef>
              <a:spcAft>
                <a:spcPts val="0"/>
              </a:spcAft>
              <a:buClr>
                <a:schemeClr val="dk1"/>
              </a:buClr>
              <a:buSzPts val="700"/>
              <a:buNone/>
              <a:defRPr sz="700"/>
            </a:lvl9pPr>
          </a:lstStyle>
          <a:p/>
        </p:txBody>
      </p:sp>
      <p:sp>
        <p:nvSpPr>
          <p:cNvPr id="110" name="Google Shape;110;p22"/>
          <p:cNvSpPr txBox="1"/>
          <p:nvPr>
            <p:ph idx="10" type="dt"/>
          </p:nvPr>
        </p:nvSpPr>
        <p:spPr>
          <a:xfrm>
            <a:off x="342909" y="4767263"/>
            <a:ext cx="1600243"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11" name="Google Shape;111;p22"/>
          <p:cNvSpPr txBox="1"/>
          <p:nvPr>
            <p:ph idx="11" type="ftr"/>
          </p:nvPr>
        </p:nvSpPr>
        <p:spPr>
          <a:xfrm>
            <a:off x="2343212" y="4767263"/>
            <a:ext cx="2171758"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12" name="Google Shape;112;p22"/>
          <p:cNvSpPr txBox="1"/>
          <p:nvPr>
            <p:ph idx="12" type="sldNum"/>
          </p:nvPr>
        </p:nvSpPr>
        <p:spPr>
          <a:xfrm>
            <a:off x="4915031" y="4767263"/>
            <a:ext cx="1600243"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13" name="Shape 113"/>
        <p:cNvGrpSpPr/>
        <p:nvPr/>
      </p:nvGrpSpPr>
      <p:grpSpPr>
        <a:xfrm>
          <a:off x="0" y="0"/>
          <a:ext cx="0" cy="0"/>
          <a:chOff x="0" y="0"/>
          <a:chExt cx="0" cy="0"/>
        </a:xfrm>
      </p:grpSpPr>
      <p:sp>
        <p:nvSpPr>
          <p:cNvPr id="114" name="Google Shape;114;p23"/>
          <p:cNvSpPr txBox="1"/>
          <p:nvPr>
            <p:ph type="title"/>
          </p:nvPr>
        </p:nvSpPr>
        <p:spPr>
          <a:xfrm>
            <a:off x="342909" y="205978"/>
            <a:ext cx="6172365" cy="857250"/>
          </a:xfrm>
          <a:prstGeom prst="rect">
            <a:avLst/>
          </a:prstGeom>
          <a:noFill/>
          <a:ln>
            <a:noFill/>
          </a:ln>
        </p:spPr>
        <p:txBody>
          <a:bodyPr anchorCtr="0" anchor="ctr" bIns="34275" lIns="68575" spcFirstLastPara="1" rIns="68575" wrap="square" tIns="34275">
            <a:normAutofit/>
          </a:bodyPr>
          <a:lstStyle>
            <a:lvl1pPr lvl="0" algn="ctr">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15" name="Google Shape;115;p23"/>
          <p:cNvSpPr txBox="1"/>
          <p:nvPr>
            <p:ph idx="1" type="body"/>
          </p:nvPr>
        </p:nvSpPr>
        <p:spPr>
          <a:xfrm rot="5400000">
            <a:off x="1731855" y="-188796"/>
            <a:ext cx="3394472" cy="6172365"/>
          </a:xfrm>
          <a:prstGeom prst="rect">
            <a:avLst/>
          </a:prstGeom>
          <a:noFill/>
          <a:ln>
            <a:noFill/>
          </a:ln>
        </p:spPr>
        <p:txBody>
          <a:bodyPr anchorCtr="0" anchor="t" bIns="34275" lIns="68575" spcFirstLastPara="1" rIns="68575" wrap="square" tIns="34275">
            <a:normAutofit/>
          </a:bodyPr>
          <a:lstStyle>
            <a:lvl1pPr indent="-317500" lvl="0" marL="457200" algn="l">
              <a:spcBef>
                <a:spcPts val="300"/>
              </a:spcBef>
              <a:spcAft>
                <a:spcPts val="0"/>
              </a:spcAft>
              <a:buClr>
                <a:schemeClr val="dk1"/>
              </a:buClr>
              <a:buSzPts val="1400"/>
              <a:buChar char="•"/>
              <a:defRPr/>
            </a:lvl1pPr>
            <a:lvl2pPr indent="-317500" lvl="1" marL="914400" algn="l">
              <a:spcBef>
                <a:spcPts val="300"/>
              </a:spcBef>
              <a:spcAft>
                <a:spcPts val="0"/>
              </a:spcAft>
              <a:buClr>
                <a:schemeClr val="dk1"/>
              </a:buClr>
              <a:buSzPts val="1400"/>
              <a:buChar char="–"/>
              <a:defRPr/>
            </a:lvl2pPr>
            <a:lvl3pPr indent="-317500" lvl="2" marL="1371600" algn="l">
              <a:spcBef>
                <a:spcPts val="300"/>
              </a:spcBef>
              <a:spcAft>
                <a:spcPts val="0"/>
              </a:spcAft>
              <a:buClr>
                <a:schemeClr val="dk1"/>
              </a:buClr>
              <a:buSzPts val="1400"/>
              <a:buChar char="•"/>
              <a:defRPr/>
            </a:lvl3pPr>
            <a:lvl4pPr indent="-317500" lvl="3" marL="1828800" algn="l">
              <a:spcBef>
                <a:spcPts val="300"/>
              </a:spcBef>
              <a:spcAft>
                <a:spcPts val="0"/>
              </a:spcAft>
              <a:buClr>
                <a:schemeClr val="dk1"/>
              </a:buClr>
              <a:buSzPts val="1400"/>
              <a:buChar char="–"/>
              <a:defRPr/>
            </a:lvl4pPr>
            <a:lvl5pPr indent="-317500" lvl="4" marL="2286000" algn="l">
              <a:spcBef>
                <a:spcPts val="300"/>
              </a:spcBef>
              <a:spcAft>
                <a:spcPts val="0"/>
              </a:spcAft>
              <a:buClr>
                <a:schemeClr val="dk1"/>
              </a:buClr>
              <a:buSzPts val="1400"/>
              <a:buChar char="»"/>
              <a:defRPr/>
            </a:lvl5pPr>
            <a:lvl6pPr indent="-317500" lvl="5" marL="2743200" algn="l">
              <a:spcBef>
                <a:spcPts val="300"/>
              </a:spcBef>
              <a:spcAft>
                <a:spcPts val="0"/>
              </a:spcAft>
              <a:buClr>
                <a:schemeClr val="dk1"/>
              </a:buClr>
              <a:buSzPts val="1400"/>
              <a:buChar char="•"/>
              <a:defRPr/>
            </a:lvl6pPr>
            <a:lvl7pPr indent="-317500" lvl="6" marL="3200400" algn="l">
              <a:spcBef>
                <a:spcPts val="300"/>
              </a:spcBef>
              <a:spcAft>
                <a:spcPts val="0"/>
              </a:spcAft>
              <a:buClr>
                <a:schemeClr val="dk1"/>
              </a:buClr>
              <a:buSzPts val="1400"/>
              <a:buChar char="•"/>
              <a:defRPr/>
            </a:lvl7pPr>
            <a:lvl8pPr indent="-317500" lvl="7" marL="3657600" algn="l">
              <a:spcBef>
                <a:spcPts val="300"/>
              </a:spcBef>
              <a:spcAft>
                <a:spcPts val="0"/>
              </a:spcAft>
              <a:buClr>
                <a:schemeClr val="dk1"/>
              </a:buClr>
              <a:buSzPts val="1400"/>
              <a:buChar char="•"/>
              <a:defRPr/>
            </a:lvl8pPr>
            <a:lvl9pPr indent="-317500" lvl="8" marL="4114800" algn="l">
              <a:spcBef>
                <a:spcPts val="300"/>
              </a:spcBef>
              <a:spcAft>
                <a:spcPts val="0"/>
              </a:spcAft>
              <a:buClr>
                <a:schemeClr val="dk1"/>
              </a:buClr>
              <a:buSzPts val="1400"/>
              <a:buChar char="•"/>
              <a:defRPr/>
            </a:lvl9pPr>
          </a:lstStyle>
          <a:p/>
        </p:txBody>
      </p:sp>
      <p:sp>
        <p:nvSpPr>
          <p:cNvPr id="116" name="Google Shape;116;p23"/>
          <p:cNvSpPr txBox="1"/>
          <p:nvPr>
            <p:ph idx="10" type="dt"/>
          </p:nvPr>
        </p:nvSpPr>
        <p:spPr>
          <a:xfrm>
            <a:off x="342909" y="4767263"/>
            <a:ext cx="1600243"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17" name="Google Shape;117;p23"/>
          <p:cNvSpPr txBox="1"/>
          <p:nvPr>
            <p:ph idx="11" type="ftr"/>
          </p:nvPr>
        </p:nvSpPr>
        <p:spPr>
          <a:xfrm>
            <a:off x="2343212" y="4767263"/>
            <a:ext cx="2171758"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18" name="Google Shape;118;p23"/>
          <p:cNvSpPr txBox="1"/>
          <p:nvPr>
            <p:ph idx="12" type="sldNum"/>
          </p:nvPr>
        </p:nvSpPr>
        <p:spPr>
          <a:xfrm>
            <a:off x="4915031" y="4767263"/>
            <a:ext cx="1600243"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19" name="Shape 119"/>
        <p:cNvGrpSpPr/>
        <p:nvPr/>
      </p:nvGrpSpPr>
      <p:grpSpPr>
        <a:xfrm>
          <a:off x="0" y="0"/>
          <a:ext cx="0" cy="0"/>
          <a:chOff x="0" y="0"/>
          <a:chExt cx="0" cy="0"/>
        </a:xfrm>
      </p:grpSpPr>
      <p:sp>
        <p:nvSpPr>
          <p:cNvPr id="120" name="Google Shape;120;p24"/>
          <p:cNvSpPr txBox="1"/>
          <p:nvPr>
            <p:ph type="title"/>
          </p:nvPr>
        </p:nvSpPr>
        <p:spPr>
          <a:xfrm rot="5400000">
            <a:off x="3549406" y="1628755"/>
            <a:ext cx="4388644" cy="1543091"/>
          </a:xfrm>
          <a:prstGeom prst="rect">
            <a:avLst/>
          </a:prstGeom>
          <a:noFill/>
          <a:ln>
            <a:noFill/>
          </a:ln>
        </p:spPr>
        <p:txBody>
          <a:bodyPr anchorCtr="0" anchor="ctr" bIns="34275" lIns="68575" spcFirstLastPara="1" rIns="68575" wrap="square" tIns="34275">
            <a:normAutofit/>
          </a:bodyPr>
          <a:lstStyle>
            <a:lvl1pPr lvl="0" algn="ctr">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21" name="Google Shape;121;p24"/>
          <p:cNvSpPr txBox="1"/>
          <p:nvPr>
            <p:ph idx="1" type="body"/>
          </p:nvPr>
        </p:nvSpPr>
        <p:spPr>
          <a:xfrm rot="5400000">
            <a:off x="406072" y="142815"/>
            <a:ext cx="4388644" cy="4514970"/>
          </a:xfrm>
          <a:prstGeom prst="rect">
            <a:avLst/>
          </a:prstGeom>
          <a:noFill/>
          <a:ln>
            <a:noFill/>
          </a:ln>
        </p:spPr>
        <p:txBody>
          <a:bodyPr anchorCtr="0" anchor="t" bIns="34275" lIns="68575" spcFirstLastPara="1" rIns="68575" wrap="square" tIns="34275">
            <a:normAutofit/>
          </a:bodyPr>
          <a:lstStyle>
            <a:lvl1pPr indent="-317500" lvl="0" marL="457200" algn="l">
              <a:spcBef>
                <a:spcPts val="300"/>
              </a:spcBef>
              <a:spcAft>
                <a:spcPts val="0"/>
              </a:spcAft>
              <a:buClr>
                <a:schemeClr val="dk1"/>
              </a:buClr>
              <a:buSzPts val="1400"/>
              <a:buChar char="•"/>
              <a:defRPr/>
            </a:lvl1pPr>
            <a:lvl2pPr indent="-317500" lvl="1" marL="914400" algn="l">
              <a:spcBef>
                <a:spcPts val="300"/>
              </a:spcBef>
              <a:spcAft>
                <a:spcPts val="0"/>
              </a:spcAft>
              <a:buClr>
                <a:schemeClr val="dk1"/>
              </a:buClr>
              <a:buSzPts val="1400"/>
              <a:buChar char="–"/>
              <a:defRPr/>
            </a:lvl2pPr>
            <a:lvl3pPr indent="-317500" lvl="2" marL="1371600" algn="l">
              <a:spcBef>
                <a:spcPts val="300"/>
              </a:spcBef>
              <a:spcAft>
                <a:spcPts val="0"/>
              </a:spcAft>
              <a:buClr>
                <a:schemeClr val="dk1"/>
              </a:buClr>
              <a:buSzPts val="1400"/>
              <a:buChar char="•"/>
              <a:defRPr/>
            </a:lvl3pPr>
            <a:lvl4pPr indent="-317500" lvl="3" marL="1828800" algn="l">
              <a:spcBef>
                <a:spcPts val="300"/>
              </a:spcBef>
              <a:spcAft>
                <a:spcPts val="0"/>
              </a:spcAft>
              <a:buClr>
                <a:schemeClr val="dk1"/>
              </a:buClr>
              <a:buSzPts val="1400"/>
              <a:buChar char="–"/>
              <a:defRPr/>
            </a:lvl4pPr>
            <a:lvl5pPr indent="-317500" lvl="4" marL="2286000" algn="l">
              <a:spcBef>
                <a:spcPts val="300"/>
              </a:spcBef>
              <a:spcAft>
                <a:spcPts val="0"/>
              </a:spcAft>
              <a:buClr>
                <a:schemeClr val="dk1"/>
              </a:buClr>
              <a:buSzPts val="1400"/>
              <a:buChar char="»"/>
              <a:defRPr/>
            </a:lvl5pPr>
            <a:lvl6pPr indent="-317500" lvl="5" marL="2743200" algn="l">
              <a:spcBef>
                <a:spcPts val="300"/>
              </a:spcBef>
              <a:spcAft>
                <a:spcPts val="0"/>
              </a:spcAft>
              <a:buClr>
                <a:schemeClr val="dk1"/>
              </a:buClr>
              <a:buSzPts val="1400"/>
              <a:buChar char="•"/>
              <a:defRPr/>
            </a:lvl6pPr>
            <a:lvl7pPr indent="-317500" lvl="6" marL="3200400" algn="l">
              <a:spcBef>
                <a:spcPts val="300"/>
              </a:spcBef>
              <a:spcAft>
                <a:spcPts val="0"/>
              </a:spcAft>
              <a:buClr>
                <a:schemeClr val="dk1"/>
              </a:buClr>
              <a:buSzPts val="1400"/>
              <a:buChar char="•"/>
              <a:defRPr/>
            </a:lvl7pPr>
            <a:lvl8pPr indent="-317500" lvl="7" marL="3657600" algn="l">
              <a:spcBef>
                <a:spcPts val="300"/>
              </a:spcBef>
              <a:spcAft>
                <a:spcPts val="0"/>
              </a:spcAft>
              <a:buClr>
                <a:schemeClr val="dk1"/>
              </a:buClr>
              <a:buSzPts val="1400"/>
              <a:buChar char="•"/>
              <a:defRPr/>
            </a:lvl8pPr>
            <a:lvl9pPr indent="-317500" lvl="8" marL="4114800" algn="l">
              <a:spcBef>
                <a:spcPts val="300"/>
              </a:spcBef>
              <a:spcAft>
                <a:spcPts val="0"/>
              </a:spcAft>
              <a:buClr>
                <a:schemeClr val="dk1"/>
              </a:buClr>
              <a:buSzPts val="1400"/>
              <a:buChar char="•"/>
              <a:defRPr/>
            </a:lvl9pPr>
          </a:lstStyle>
          <a:p/>
        </p:txBody>
      </p:sp>
      <p:sp>
        <p:nvSpPr>
          <p:cNvPr id="122" name="Google Shape;122;p24"/>
          <p:cNvSpPr txBox="1"/>
          <p:nvPr>
            <p:ph idx="10" type="dt"/>
          </p:nvPr>
        </p:nvSpPr>
        <p:spPr>
          <a:xfrm>
            <a:off x="342909" y="4767263"/>
            <a:ext cx="1600243"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23" name="Google Shape;123;p24"/>
          <p:cNvSpPr txBox="1"/>
          <p:nvPr>
            <p:ph idx="11" type="ftr"/>
          </p:nvPr>
        </p:nvSpPr>
        <p:spPr>
          <a:xfrm>
            <a:off x="2343212" y="4767263"/>
            <a:ext cx="2171758"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24" name="Google Shape;124;p24"/>
          <p:cNvSpPr txBox="1"/>
          <p:nvPr>
            <p:ph idx="12" type="sldNum"/>
          </p:nvPr>
        </p:nvSpPr>
        <p:spPr>
          <a:xfrm>
            <a:off x="4915031" y="4767263"/>
            <a:ext cx="1600243"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2" Type="http://schemas.openxmlformats.org/officeDocument/2006/relationships/theme" Target="../theme/theme1.xml"/><Relationship Id="rId9" Type="http://schemas.openxmlformats.org/officeDocument/2006/relationships/slideLayout" Target="../slideLayouts/slideLayout20.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0" name="Shape 50"/>
        <p:cNvGrpSpPr/>
        <p:nvPr/>
      </p:nvGrpSpPr>
      <p:grpSpPr>
        <a:xfrm>
          <a:off x="0" y="0"/>
          <a:ext cx="0" cy="0"/>
          <a:chOff x="0" y="0"/>
          <a:chExt cx="0" cy="0"/>
        </a:xfrm>
      </p:grpSpPr>
      <p:sp>
        <p:nvSpPr>
          <p:cNvPr id="51" name="Google Shape;51;p13"/>
          <p:cNvSpPr txBox="1"/>
          <p:nvPr>
            <p:ph type="title"/>
          </p:nvPr>
        </p:nvSpPr>
        <p:spPr>
          <a:xfrm>
            <a:off x="342909" y="205978"/>
            <a:ext cx="6172365" cy="857250"/>
          </a:xfrm>
          <a:prstGeom prst="rect">
            <a:avLst/>
          </a:prstGeom>
          <a:noFill/>
          <a:ln>
            <a:noFill/>
          </a:ln>
        </p:spPr>
        <p:txBody>
          <a:bodyPr anchorCtr="0" anchor="ctr" bIns="34275" lIns="68575" spcFirstLastPara="1" rIns="68575" wrap="square" tIns="34275">
            <a:normAutofit/>
          </a:bodyPr>
          <a:lstStyle>
            <a:lvl1pPr lvl="0" marR="0" rtl="0" algn="ctr">
              <a:spcBef>
                <a:spcPts val="0"/>
              </a:spcBef>
              <a:spcAft>
                <a:spcPts val="0"/>
              </a:spcAft>
              <a:buClr>
                <a:schemeClr val="dk1"/>
              </a:buClr>
              <a:buSzPts val="3300"/>
              <a:buFont typeface="Calibri"/>
              <a:buNone/>
              <a:defRPr b="0" i="0" sz="3300" u="none" cap="none" strike="noStrike">
                <a:solidFill>
                  <a:schemeClr val="dk1"/>
                </a:solidFill>
                <a:latin typeface="Calibri"/>
                <a:ea typeface="Calibri"/>
                <a:cs typeface="Calibri"/>
                <a:sym typeface="Calibri"/>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52" name="Google Shape;52;p13"/>
          <p:cNvSpPr txBox="1"/>
          <p:nvPr>
            <p:ph idx="1" type="body"/>
          </p:nvPr>
        </p:nvSpPr>
        <p:spPr>
          <a:xfrm>
            <a:off x="342909" y="1200150"/>
            <a:ext cx="6172365" cy="3394472"/>
          </a:xfrm>
          <a:prstGeom prst="rect">
            <a:avLst/>
          </a:prstGeom>
          <a:noFill/>
          <a:ln>
            <a:noFill/>
          </a:ln>
        </p:spPr>
        <p:txBody>
          <a:bodyPr anchorCtr="0" anchor="t" bIns="34275" lIns="68575" spcFirstLastPara="1" rIns="68575" wrap="square" tIns="34275">
            <a:normAutofit/>
          </a:bodyPr>
          <a:lstStyle>
            <a:lvl1pPr indent="-381000" lvl="0" marL="457200" marR="0" rtl="0" algn="l">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1pPr>
            <a:lvl2pPr indent="-361950" lvl="1" marL="914400" marR="0" rtl="0" algn="l">
              <a:spcBef>
                <a:spcPts val="400"/>
              </a:spcBef>
              <a:spcAft>
                <a:spcPts val="0"/>
              </a:spcAft>
              <a:buClr>
                <a:schemeClr val="dk1"/>
              </a:buClr>
              <a:buSzPts val="2100"/>
              <a:buFont typeface="Arial"/>
              <a:buChar char="–"/>
              <a:defRPr b="0" i="0" sz="2100" u="none" cap="none" strike="noStrike">
                <a:solidFill>
                  <a:schemeClr val="dk1"/>
                </a:solidFill>
                <a:latin typeface="Calibri"/>
                <a:ea typeface="Calibri"/>
                <a:cs typeface="Calibri"/>
                <a:sym typeface="Calibri"/>
              </a:defRPr>
            </a:lvl2pPr>
            <a:lvl3pPr indent="-342900" lvl="2" marL="1371600" marR="0" rtl="0" algn="l">
              <a:spcBef>
                <a:spcPts val="4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3pPr>
            <a:lvl4pPr indent="-323850" lvl="3" marL="1828800" marR="0" rtl="0" algn="l">
              <a:spcBef>
                <a:spcPts val="3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4pPr>
            <a:lvl5pPr indent="-323850" lvl="4" marL="2286000" marR="0" rtl="0" algn="l">
              <a:spcBef>
                <a:spcPts val="3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5pPr>
            <a:lvl6pPr indent="-323850" lvl="5" marL="2743200" marR="0" rtl="0" algn="l">
              <a:spcBef>
                <a:spcPts val="3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6pPr>
            <a:lvl7pPr indent="-323850" lvl="6" marL="3200400" marR="0" rtl="0" algn="l">
              <a:spcBef>
                <a:spcPts val="3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7pPr>
            <a:lvl8pPr indent="-323850" lvl="7" marL="3657600" marR="0" rtl="0" algn="l">
              <a:spcBef>
                <a:spcPts val="3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8pPr>
            <a:lvl9pPr indent="-323850" lvl="8" marL="4114800" marR="0" rtl="0" algn="l">
              <a:spcBef>
                <a:spcPts val="3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9pPr>
          </a:lstStyle>
          <a:p/>
        </p:txBody>
      </p:sp>
      <p:sp>
        <p:nvSpPr>
          <p:cNvPr id="53" name="Google Shape;53;p13"/>
          <p:cNvSpPr txBox="1"/>
          <p:nvPr>
            <p:ph idx="10" type="dt"/>
          </p:nvPr>
        </p:nvSpPr>
        <p:spPr>
          <a:xfrm>
            <a:off x="342909" y="4767263"/>
            <a:ext cx="1600243" cy="273844"/>
          </a:xfrm>
          <a:prstGeom prst="rect">
            <a:avLst/>
          </a:prstGeom>
          <a:noFill/>
          <a:ln>
            <a:noFill/>
          </a:ln>
        </p:spPr>
        <p:txBody>
          <a:bodyPr anchorCtr="0" anchor="ctr" bIns="34275" lIns="68575" spcFirstLastPara="1" rIns="68575" wrap="square" tIns="34275">
            <a:noAutofit/>
          </a:bodyPr>
          <a:lstStyle>
            <a:lvl1pPr lvl="0" marR="0" rtl="0" algn="l">
              <a:spcBef>
                <a:spcPts val="0"/>
              </a:spcBef>
              <a:spcAft>
                <a:spcPts val="0"/>
              </a:spcAft>
              <a:buSzPts val="1100"/>
              <a:buNone/>
              <a:defRPr b="0" i="0" sz="900" u="none" cap="none" strike="noStrike">
                <a:solidFill>
                  <a:srgbClr val="888888"/>
                </a:solidFill>
                <a:latin typeface="Calibri"/>
                <a:ea typeface="Calibri"/>
                <a:cs typeface="Calibri"/>
                <a:sym typeface="Calibri"/>
              </a:defRPr>
            </a:lvl1pPr>
            <a:lvl2pPr lvl="1"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2pPr>
            <a:lvl3pPr lvl="2"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3pPr>
            <a:lvl4pPr lvl="3"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4pPr>
            <a:lvl5pPr lvl="4"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5pPr>
            <a:lvl6pPr lvl="5"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6pPr>
            <a:lvl7pPr lvl="6"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7pPr>
            <a:lvl8pPr lvl="7"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8pPr>
            <a:lvl9pPr lvl="8"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9pPr>
          </a:lstStyle>
          <a:p/>
        </p:txBody>
      </p:sp>
      <p:sp>
        <p:nvSpPr>
          <p:cNvPr id="54" name="Google Shape;54;p13"/>
          <p:cNvSpPr txBox="1"/>
          <p:nvPr>
            <p:ph idx="11" type="ftr"/>
          </p:nvPr>
        </p:nvSpPr>
        <p:spPr>
          <a:xfrm>
            <a:off x="2343212" y="4767263"/>
            <a:ext cx="2171758" cy="273844"/>
          </a:xfrm>
          <a:prstGeom prst="rect">
            <a:avLst/>
          </a:prstGeom>
          <a:noFill/>
          <a:ln>
            <a:noFill/>
          </a:ln>
        </p:spPr>
        <p:txBody>
          <a:bodyPr anchorCtr="0" anchor="ctr" bIns="34275" lIns="68575" spcFirstLastPara="1" rIns="68575" wrap="square" tIns="34275">
            <a:noAutofit/>
          </a:bodyPr>
          <a:lstStyle>
            <a:lvl1pPr lvl="0" marR="0" rtl="0" algn="ctr">
              <a:spcBef>
                <a:spcPts val="0"/>
              </a:spcBef>
              <a:spcAft>
                <a:spcPts val="0"/>
              </a:spcAft>
              <a:buSzPts val="1100"/>
              <a:buNone/>
              <a:defRPr b="0" i="0" sz="900" u="none" cap="none" strike="noStrike">
                <a:solidFill>
                  <a:srgbClr val="888888"/>
                </a:solidFill>
                <a:latin typeface="Calibri"/>
                <a:ea typeface="Calibri"/>
                <a:cs typeface="Calibri"/>
                <a:sym typeface="Calibri"/>
              </a:defRPr>
            </a:lvl1pPr>
            <a:lvl2pPr lvl="1"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2pPr>
            <a:lvl3pPr lvl="2"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3pPr>
            <a:lvl4pPr lvl="3"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4pPr>
            <a:lvl5pPr lvl="4"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5pPr>
            <a:lvl6pPr lvl="5"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6pPr>
            <a:lvl7pPr lvl="6"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7pPr>
            <a:lvl8pPr lvl="7"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8pPr>
            <a:lvl9pPr lvl="8"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9pPr>
          </a:lstStyle>
          <a:p/>
        </p:txBody>
      </p:sp>
      <p:sp>
        <p:nvSpPr>
          <p:cNvPr id="55" name="Google Shape;55;p13"/>
          <p:cNvSpPr txBox="1"/>
          <p:nvPr>
            <p:ph idx="12" type="sldNum"/>
          </p:nvPr>
        </p:nvSpPr>
        <p:spPr>
          <a:xfrm>
            <a:off x="4915031" y="4767263"/>
            <a:ext cx="1600243" cy="273844"/>
          </a:xfrm>
          <a:prstGeom prst="rect">
            <a:avLst/>
          </a:prstGeom>
          <a:noFill/>
          <a:ln>
            <a:noFill/>
          </a:ln>
        </p:spPr>
        <p:txBody>
          <a:bodyPr anchorCtr="0" anchor="ctr" bIns="34275" lIns="68575" spcFirstLastPara="1" rIns="68575" wrap="square" tIns="34275">
            <a:noAutofit/>
          </a:bodyPr>
          <a:lstStyle>
            <a:lvl1pPr indent="0" lvl="0" marL="0" marR="0" rtl="0" algn="r">
              <a:spcBef>
                <a:spcPts val="0"/>
              </a:spcBef>
              <a:buNone/>
              <a:defRPr b="0" i="0" sz="900" u="none" cap="none" strike="noStrike">
                <a:solidFill>
                  <a:srgbClr val="888888"/>
                </a:solidFill>
                <a:latin typeface="Calibri"/>
                <a:ea typeface="Calibri"/>
                <a:cs typeface="Calibri"/>
                <a:sym typeface="Calibri"/>
              </a:defRPr>
            </a:lvl1pPr>
            <a:lvl2pPr indent="0" lvl="1" marL="0" marR="0" rtl="0" algn="r">
              <a:spcBef>
                <a:spcPts val="0"/>
              </a:spcBef>
              <a:buNone/>
              <a:defRPr b="0" i="0" sz="900" u="none" cap="none" strike="noStrike">
                <a:solidFill>
                  <a:srgbClr val="888888"/>
                </a:solidFill>
                <a:latin typeface="Calibri"/>
                <a:ea typeface="Calibri"/>
                <a:cs typeface="Calibri"/>
                <a:sym typeface="Calibri"/>
              </a:defRPr>
            </a:lvl2pPr>
            <a:lvl3pPr indent="0" lvl="2" marL="0" marR="0" rtl="0" algn="r">
              <a:spcBef>
                <a:spcPts val="0"/>
              </a:spcBef>
              <a:buNone/>
              <a:defRPr b="0" i="0" sz="900" u="none" cap="none" strike="noStrike">
                <a:solidFill>
                  <a:srgbClr val="888888"/>
                </a:solidFill>
                <a:latin typeface="Calibri"/>
                <a:ea typeface="Calibri"/>
                <a:cs typeface="Calibri"/>
                <a:sym typeface="Calibri"/>
              </a:defRPr>
            </a:lvl3pPr>
            <a:lvl4pPr indent="0" lvl="3" marL="0" marR="0" rtl="0" algn="r">
              <a:spcBef>
                <a:spcPts val="0"/>
              </a:spcBef>
              <a:buNone/>
              <a:defRPr b="0" i="0" sz="900" u="none" cap="none" strike="noStrike">
                <a:solidFill>
                  <a:srgbClr val="888888"/>
                </a:solidFill>
                <a:latin typeface="Calibri"/>
                <a:ea typeface="Calibri"/>
                <a:cs typeface="Calibri"/>
                <a:sym typeface="Calibri"/>
              </a:defRPr>
            </a:lvl4pPr>
            <a:lvl5pPr indent="0" lvl="4" marL="0" marR="0" rtl="0" algn="r">
              <a:spcBef>
                <a:spcPts val="0"/>
              </a:spcBef>
              <a:buNone/>
              <a:defRPr b="0" i="0" sz="900" u="none" cap="none" strike="noStrike">
                <a:solidFill>
                  <a:srgbClr val="888888"/>
                </a:solidFill>
                <a:latin typeface="Calibri"/>
                <a:ea typeface="Calibri"/>
                <a:cs typeface="Calibri"/>
                <a:sym typeface="Calibri"/>
              </a:defRPr>
            </a:lvl5pPr>
            <a:lvl6pPr indent="0" lvl="5" marL="0" marR="0" rtl="0" algn="r">
              <a:spcBef>
                <a:spcPts val="0"/>
              </a:spcBef>
              <a:buNone/>
              <a:defRPr b="0" i="0" sz="900" u="none" cap="none" strike="noStrike">
                <a:solidFill>
                  <a:srgbClr val="888888"/>
                </a:solidFill>
                <a:latin typeface="Calibri"/>
                <a:ea typeface="Calibri"/>
                <a:cs typeface="Calibri"/>
                <a:sym typeface="Calibri"/>
              </a:defRPr>
            </a:lvl6pPr>
            <a:lvl7pPr indent="0" lvl="6" marL="0" marR="0" rtl="0" algn="r">
              <a:spcBef>
                <a:spcPts val="0"/>
              </a:spcBef>
              <a:buNone/>
              <a:defRPr b="0" i="0" sz="900" u="none" cap="none" strike="noStrike">
                <a:solidFill>
                  <a:srgbClr val="888888"/>
                </a:solidFill>
                <a:latin typeface="Calibri"/>
                <a:ea typeface="Calibri"/>
                <a:cs typeface="Calibri"/>
                <a:sym typeface="Calibri"/>
              </a:defRPr>
            </a:lvl7pPr>
            <a:lvl8pPr indent="0" lvl="7" marL="0" marR="0" rtl="0" algn="r">
              <a:spcBef>
                <a:spcPts val="0"/>
              </a:spcBef>
              <a:buNone/>
              <a:defRPr b="0" i="0" sz="900" u="none" cap="none" strike="noStrike">
                <a:solidFill>
                  <a:srgbClr val="888888"/>
                </a:solidFill>
                <a:latin typeface="Calibri"/>
                <a:ea typeface="Calibri"/>
                <a:cs typeface="Calibri"/>
                <a:sym typeface="Calibri"/>
              </a:defRPr>
            </a:lvl8pPr>
            <a:lvl9pPr indent="0" lvl="8" marL="0" marR="0" rtl="0" algn="r">
              <a:spcBef>
                <a:spcPts val="0"/>
              </a:spcBef>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28" name="Shape 128"/>
        <p:cNvGrpSpPr/>
        <p:nvPr/>
      </p:nvGrpSpPr>
      <p:grpSpPr>
        <a:xfrm>
          <a:off x="0" y="0"/>
          <a:ext cx="0" cy="0"/>
          <a:chOff x="0" y="0"/>
          <a:chExt cx="0" cy="0"/>
        </a:xfrm>
      </p:grpSpPr>
      <p:sp>
        <p:nvSpPr>
          <p:cNvPr id="129" name="Google Shape;129;p25"/>
          <p:cNvSpPr/>
          <p:nvPr/>
        </p:nvSpPr>
        <p:spPr>
          <a:xfrm>
            <a:off x="0" y="0"/>
            <a:ext cx="9144015" cy="123444"/>
          </a:xfrm>
          <a:prstGeom prst="rect">
            <a:avLst/>
          </a:prstGeom>
          <a:solidFill>
            <a:srgbClr val="003262"/>
          </a:solidFill>
          <a:ln>
            <a:noFill/>
          </a:ln>
          <a:effectLst>
            <a:outerShdw blurRad="40000" rotWithShape="0" dir="5400000" dist="23000">
              <a:srgbClr val="000000">
                <a:alpha val="34902"/>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130" name="Google Shape;130;p25"/>
          <p:cNvSpPr txBox="1"/>
          <p:nvPr/>
        </p:nvSpPr>
        <p:spPr>
          <a:xfrm>
            <a:off x="411491" y="308610"/>
            <a:ext cx="7544001" cy="27432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 sz="1000" u="none" cap="none" strike="noStrike">
                <a:solidFill>
                  <a:srgbClr val="E6A200"/>
                </a:solidFill>
                <a:latin typeface="IBM Plex Mono"/>
                <a:ea typeface="IBM Plex Mono"/>
                <a:cs typeface="IBM Plex Mono"/>
                <a:sym typeface="IBM Plex Mono"/>
              </a:rPr>
              <a:t>UC ADMISSIONS DATA CHALLENGE 2026</a:t>
            </a:r>
            <a:endParaRPr sz="1100"/>
          </a:p>
        </p:txBody>
      </p:sp>
      <p:sp>
        <p:nvSpPr>
          <p:cNvPr id="131" name="Google Shape;131;p25"/>
          <p:cNvSpPr txBox="1"/>
          <p:nvPr/>
        </p:nvSpPr>
        <p:spPr>
          <a:xfrm>
            <a:off x="411491" y="685800"/>
            <a:ext cx="8298401" cy="109728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 sz="3000" u="none" cap="none" strike="noStrike">
                <a:solidFill>
                  <a:srgbClr val="003262"/>
                </a:solidFill>
                <a:latin typeface="Fraunces"/>
                <a:ea typeface="Fraunces"/>
                <a:cs typeface="Fraunces"/>
                <a:sym typeface="Fraunces"/>
              </a:rPr>
              <a:t>Which California public schools beat their expected UC admit rate?</a:t>
            </a:r>
            <a:endParaRPr sz="1100"/>
          </a:p>
        </p:txBody>
      </p:sp>
      <p:sp>
        <p:nvSpPr>
          <p:cNvPr id="132" name="Google Shape;132;p25"/>
          <p:cNvSpPr txBox="1"/>
          <p:nvPr/>
        </p:nvSpPr>
        <p:spPr>
          <a:xfrm>
            <a:off x="411491" y="2331720"/>
            <a:ext cx="7886910" cy="822960"/>
          </a:xfrm>
          <a:prstGeom prst="rect">
            <a:avLst/>
          </a:prstGeom>
          <a:noFill/>
          <a:ln>
            <a:noFill/>
          </a:ln>
        </p:spPr>
        <p:txBody>
          <a:bodyPr anchorCtr="0" anchor="t" bIns="34275" lIns="68575" spcFirstLastPara="1" rIns="68575" wrap="square" tIns="34275">
            <a:spAutoFit/>
          </a:bodyPr>
          <a:lstStyle/>
          <a:p>
            <a:pPr indent="0" lvl="0" marL="0" marR="0" rtl="0" algn="l">
              <a:lnSpc>
                <a:spcPct val="120000"/>
              </a:lnSpc>
              <a:spcBef>
                <a:spcPts val="0"/>
              </a:spcBef>
              <a:spcAft>
                <a:spcPts val="0"/>
              </a:spcAft>
              <a:buNone/>
            </a:pPr>
            <a:r>
              <a:rPr b="0" i="0" lang="en" sz="1500" u="none" cap="none" strike="noStrike">
                <a:solidFill>
                  <a:srgbClr val="0E1726"/>
                </a:solidFill>
                <a:latin typeface="Inter"/>
                <a:ea typeface="Inter"/>
                <a:cs typeface="Inter"/>
                <a:sym typeface="Inter"/>
              </a:rPr>
              <a:t>A data dashboard built from real UC freshman admissions. We find the school type that most outperforms its predicted admit rate (after controlling for poverty, GPA, and size) and explain why it matters to judges.</a:t>
            </a:r>
            <a:endParaRPr sz="1100"/>
          </a:p>
        </p:txBody>
      </p:sp>
      <p:sp>
        <p:nvSpPr>
          <p:cNvPr id="133" name="Google Shape;133;p25"/>
          <p:cNvSpPr/>
          <p:nvPr/>
        </p:nvSpPr>
        <p:spPr>
          <a:xfrm>
            <a:off x="411491" y="3429000"/>
            <a:ext cx="2537528" cy="1028700"/>
          </a:xfrm>
          <a:prstGeom prst="roundRect">
            <a:avLst>
              <a:gd fmla="val 16667" name="adj"/>
            </a:avLst>
          </a:prstGeom>
          <a:solidFill>
            <a:srgbClr val="F7F5F0"/>
          </a:solidFill>
          <a:ln cap="flat" cmpd="sng" w="12700">
            <a:solidFill>
              <a:srgbClr val="D9D2C5"/>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134" name="Google Shape;134;p25"/>
          <p:cNvSpPr/>
          <p:nvPr/>
        </p:nvSpPr>
        <p:spPr>
          <a:xfrm>
            <a:off x="411491" y="3429000"/>
            <a:ext cx="82298" cy="1028700"/>
          </a:xfrm>
          <a:prstGeom prst="rect">
            <a:avLst/>
          </a:prstGeom>
          <a:solidFill>
            <a:srgbClr val="FDB515"/>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135" name="Google Shape;135;p25"/>
          <p:cNvSpPr txBox="1"/>
          <p:nvPr/>
        </p:nvSpPr>
        <p:spPr>
          <a:xfrm>
            <a:off x="582946" y="3552444"/>
            <a:ext cx="2297491" cy="48006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 sz="2300" u="none" cap="none" strike="noStrike">
                <a:solidFill>
                  <a:srgbClr val="003262"/>
                </a:solidFill>
                <a:latin typeface="Fraunces"/>
                <a:ea typeface="Fraunces"/>
                <a:cs typeface="Fraunces"/>
                <a:sym typeface="Fraunces"/>
              </a:rPr>
              <a:t>+21.5pp</a:t>
            </a:r>
            <a:endParaRPr sz="1100"/>
          </a:p>
        </p:txBody>
      </p:sp>
      <p:sp>
        <p:nvSpPr>
          <p:cNvPr id="136" name="Google Shape;136;p25"/>
          <p:cNvSpPr txBox="1"/>
          <p:nvPr/>
        </p:nvSpPr>
        <p:spPr>
          <a:xfrm>
            <a:off x="582946" y="4059936"/>
            <a:ext cx="2297491" cy="3429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 sz="800" u="none" cap="none" strike="noStrike">
                <a:solidFill>
                  <a:srgbClr val="5A6473"/>
                </a:solidFill>
                <a:latin typeface="Inter"/>
                <a:ea typeface="Inter"/>
                <a:cs typeface="Inter"/>
                <a:sym typeface="Inter"/>
              </a:rPr>
              <a:t>Top school type beats expectation</a:t>
            </a:r>
            <a:endParaRPr sz="1100"/>
          </a:p>
        </p:txBody>
      </p:sp>
      <p:sp>
        <p:nvSpPr>
          <p:cNvPr id="137" name="Google Shape;137;p25"/>
          <p:cNvSpPr/>
          <p:nvPr/>
        </p:nvSpPr>
        <p:spPr>
          <a:xfrm>
            <a:off x="3291928" y="3429000"/>
            <a:ext cx="2537528" cy="1028700"/>
          </a:xfrm>
          <a:prstGeom prst="roundRect">
            <a:avLst>
              <a:gd fmla="val 16667" name="adj"/>
            </a:avLst>
          </a:prstGeom>
          <a:solidFill>
            <a:srgbClr val="F7F5F0"/>
          </a:solidFill>
          <a:ln cap="flat" cmpd="sng" w="12700">
            <a:solidFill>
              <a:srgbClr val="D9D2C5"/>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138" name="Google Shape;138;p25"/>
          <p:cNvSpPr/>
          <p:nvPr/>
        </p:nvSpPr>
        <p:spPr>
          <a:xfrm>
            <a:off x="3291928" y="3429000"/>
            <a:ext cx="82298" cy="1028700"/>
          </a:xfrm>
          <a:prstGeom prst="rect">
            <a:avLst/>
          </a:prstGeom>
          <a:solidFill>
            <a:srgbClr val="FDB515"/>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139" name="Google Shape;139;p25"/>
          <p:cNvSpPr txBox="1"/>
          <p:nvPr/>
        </p:nvSpPr>
        <p:spPr>
          <a:xfrm>
            <a:off x="3463382" y="3552444"/>
            <a:ext cx="2297491" cy="48006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 sz="2300" u="none" cap="none" strike="noStrike">
                <a:solidFill>
                  <a:srgbClr val="003262"/>
                </a:solidFill>
                <a:latin typeface="Fraunces"/>
                <a:ea typeface="Fraunces"/>
                <a:cs typeface="Fraunces"/>
                <a:sym typeface="Fraunces"/>
              </a:rPr>
              <a:t>5</a:t>
            </a:r>
            <a:endParaRPr sz="1100"/>
          </a:p>
        </p:txBody>
      </p:sp>
      <p:sp>
        <p:nvSpPr>
          <p:cNvPr id="140" name="Google Shape;140;p25"/>
          <p:cNvSpPr txBox="1"/>
          <p:nvPr/>
        </p:nvSpPr>
        <p:spPr>
          <a:xfrm>
            <a:off x="3463382" y="4059936"/>
            <a:ext cx="2297491" cy="3429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 sz="800" u="none" cap="none" strike="noStrike">
                <a:solidFill>
                  <a:srgbClr val="5A6473"/>
                </a:solidFill>
                <a:latin typeface="Inter"/>
                <a:ea typeface="Inter"/>
                <a:cs typeface="Inter"/>
                <a:sym typeface="Inter"/>
              </a:rPr>
              <a:t>School types compared</a:t>
            </a:r>
            <a:endParaRPr sz="1100"/>
          </a:p>
        </p:txBody>
      </p:sp>
      <p:sp>
        <p:nvSpPr>
          <p:cNvPr id="141" name="Google Shape;141;p25"/>
          <p:cNvSpPr/>
          <p:nvPr/>
        </p:nvSpPr>
        <p:spPr>
          <a:xfrm>
            <a:off x="6172365" y="3429000"/>
            <a:ext cx="2537528" cy="1028700"/>
          </a:xfrm>
          <a:prstGeom prst="roundRect">
            <a:avLst>
              <a:gd fmla="val 16667" name="adj"/>
            </a:avLst>
          </a:prstGeom>
          <a:solidFill>
            <a:srgbClr val="F7F5F0"/>
          </a:solidFill>
          <a:ln cap="flat" cmpd="sng" w="12700">
            <a:solidFill>
              <a:srgbClr val="D9D2C5"/>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142" name="Google Shape;142;p25"/>
          <p:cNvSpPr/>
          <p:nvPr/>
        </p:nvSpPr>
        <p:spPr>
          <a:xfrm>
            <a:off x="6172365" y="3429000"/>
            <a:ext cx="82298" cy="1028700"/>
          </a:xfrm>
          <a:prstGeom prst="rect">
            <a:avLst/>
          </a:prstGeom>
          <a:solidFill>
            <a:srgbClr val="FDB515"/>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143" name="Google Shape;143;p25"/>
          <p:cNvSpPr txBox="1"/>
          <p:nvPr/>
        </p:nvSpPr>
        <p:spPr>
          <a:xfrm>
            <a:off x="6343819" y="3552444"/>
            <a:ext cx="2297491" cy="48006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 sz="2300" u="none" cap="none" strike="noStrike">
                <a:solidFill>
                  <a:srgbClr val="003262"/>
                </a:solidFill>
                <a:latin typeface="Fraunces"/>
                <a:ea typeface="Fraunces"/>
                <a:cs typeface="Fraunces"/>
                <a:sym typeface="Fraunces"/>
              </a:rPr>
              <a:t>80,533</a:t>
            </a:r>
            <a:endParaRPr sz="1100"/>
          </a:p>
        </p:txBody>
      </p:sp>
      <p:sp>
        <p:nvSpPr>
          <p:cNvPr id="144" name="Google Shape;144;p25"/>
          <p:cNvSpPr txBox="1"/>
          <p:nvPr/>
        </p:nvSpPr>
        <p:spPr>
          <a:xfrm>
            <a:off x="6343819" y="4059936"/>
            <a:ext cx="2297491" cy="3429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 sz="800" u="none" cap="none" strike="noStrike">
                <a:solidFill>
                  <a:srgbClr val="5A6473"/>
                </a:solidFill>
                <a:latin typeface="Inter"/>
                <a:ea typeface="Inter"/>
                <a:cs typeface="Inter"/>
                <a:sym typeface="Inter"/>
              </a:rPr>
              <a:t>Applicants in view</a:t>
            </a:r>
            <a:endParaRPr sz="1100"/>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48" name="Shape 148"/>
        <p:cNvGrpSpPr/>
        <p:nvPr/>
      </p:nvGrpSpPr>
      <p:grpSpPr>
        <a:xfrm>
          <a:off x="0" y="0"/>
          <a:ext cx="0" cy="0"/>
          <a:chOff x="0" y="0"/>
          <a:chExt cx="0" cy="0"/>
        </a:xfrm>
      </p:grpSpPr>
      <p:sp>
        <p:nvSpPr>
          <p:cNvPr id="149" name="Google Shape;149;p26"/>
          <p:cNvSpPr/>
          <p:nvPr/>
        </p:nvSpPr>
        <p:spPr>
          <a:xfrm>
            <a:off x="411491" y="342900"/>
            <a:ext cx="1783128" cy="274320"/>
          </a:xfrm>
          <a:prstGeom prst="roundRect">
            <a:avLst>
              <a:gd fmla="val 16667" name="adj"/>
            </a:avLst>
          </a:prstGeom>
          <a:solidFill>
            <a:srgbClr val="003262"/>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150" name="Google Shape;150;p26"/>
          <p:cNvSpPr txBox="1"/>
          <p:nvPr/>
        </p:nvSpPr>
        <p:spPr>
          <a:xfrm>
            <a:off x="411491" y="342900"/>
            <a:ext cx="1783128" cy="274320"/>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b="1" i="0" lang="en" sz="800" u="none" cap="none" strike="noStrike">
                <a:solidFill>
                  <a:srgbClr val="FFFFFF"/>
                </a:solidFill>
                <a:latin typeface="IBM Plex Mono"/>
                <a:ea typeface="IBM Plex Mono"/>
                <a:cs typeface="IBM Plex Mono"/>
                <a:sym typeface="IBM Plex Mono"/>
              </a:rPr>
              <a:t>RUBRIC 1 - QUESTION</a:t>
            </a:r>
            <a:endParaRPr sz="1100"/>
          </a:p>
        </p:txBody>
      </p:sp>
      <p:sp>
        <p:nvSpPr>
          <p:cNvPr id="151" name="Google Shape;151;p26"/>
          <p:cNvSpPr txBox="1"/>
          <p:nvPr/>
        </p:nvSpPr>
        <p:spPr>
          <a:xfrm>
            <a:off x="411491" y="685800"/>
            <a:ext cx="8298401" cy="109728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 sz="2600" u="none" cap="none" strike="noStrike">
                <a:solidFill>
                  <a:srgbClr val="003262"/>
                </a:solidFill>
                <a:latin typeface="Fraunces"/>
                <a:ea typeface="Fraunces"/>
                <a:cs typeface="Fraunces"/>
                <a:sym typeface="Fraunces"/>
              </a:rPr>
              <a:t>The question, stated precisely</a:t>
            </a:r>
            <a:endParaRPr sz="1100"/>
          </a:p>
        </p:txBody>
      </p:sp>
      <p:sp>
        <p:nvSpPr>
          <p:cNvPr id="152" name="Google Shape;152;p26"/>
          <p:cNvSpPr txBox="1"/>
          <p:nvPr/>
        </p:nvSpPr>
        <p:spPr>
          <a:xfrm>
            <a:off x="411491" y="1303020"/>
            <a:ext cx="8298401" cy="548640"/>
          </a:xfrm>
          <a:prstGeom prst="rect">
            <a:avLst/>
          </a:prstGeom>
          <a:noFill/>
          <a:ln>
            <a:noFill/>
          </a:ln>
        </p:spPr>
        <p:txBody>
          <a:bodyPr anchorCtr="0" anchor="t" bIns="34275" lIns="68575" spcFirstLastPara="1" rIns="68575" wrap="square" tIns="34275">
            <a:spAutoFit/>
          </a:bodyPr>
          <a:lstStyle/>
          <a:p>
            <a:pPr indent="0" lvl="0" marL="0" marR="0" rtl="0" algn="l">
              <a:lnSpc>
                <a:spcPct val="130000"/>
              </a:lnSpc>
              <a:spcBef>
                <a:spcPts val="0"/>
              </a:spcBef>
              <a:spcAft>
                <a:spcPts val="0"/>
              </a:spcAft>
              <a:buNone/>
            </a:pPr>
            <a:r>
              <a:rPr b="0" i="0" lang="en" sz="1400" u="none" cap="none" strike="noStrike">
                <a:solidFill>
                  <a:srgbClr val="0E1726"/>
                </a:solidFill>
                <a:latin typeface="Inter"/>
                <a:ea typeface="Inter"/>
                <a:cs typeface="Inter"/>
                <a:sym typeface="Inter"/>
              </a:rPr>
              <a:t>For CA public high schools in 2022-2024, which school type most outperforms its expected UC freshman admit rate, after controlling for poverty, applicant GPA, and school size?</a:t>
            </a:r>
            <a:endParaRPr sz="1100"/>
          </a:p>
        </p:txBody>
      </p:sp>
      <p:sp>
        <p:nvSpPr>
          <p:cNvPr id="153" name="Google Shape;153;p26"/>
          <p:cNvSpPr/>
          <p:nvPr/>
        </p:nvSpPr>
        <p:spPr>
          <a:xfrm>
            <a:off x="411491" y="2057400"/>
            <a:ext cx="4046328" cy="1371600"/>
          </a:xfrm>
          <a:prstGeom prst="roundRect">
            <a:avLst>
              <a:gd fmla="val 16667" name="adj"/>
            </a:avLst>
          </a:prstGeom>
          <a:solidFill>
            <a:srgbClr val="F7F5F0"/>
          </a:solidFill>
          <a:ln cap="flat" cmpd="sng" w="12700">
            <a:solidFill>
              <a:srgbClr val="D9D2C5"/>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154" name="Google Shape;154;p26"/>
          <p:cNvSpPr txBox="1"/>
          <p:nvPr/>
        </p:nvSpPr>
        <p:spPr>
          <a:xfrm>
            <a:off x="582946" y="2194560"/>
            <a:ext cx="3703419" cy="3429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 sz="1400" u="none" cap="none" strike="noStrike">
                <a:solidFill>
                  <a:srgbClr val="003262"/>
                </a:solidFill>
                <a:latin typeface="Fraunces"/>
                <a:ea typeface="Fraunces"/>
                <a:cs typeface="Fraunces"/>
                <a:sym typeface="Fraunces"/>
              </a:rPr>
              <a:t>Time window</a:t>
            </a:r>
            <a:endParaRPr sz="1100"/>
          </a:p>
        </p:txBody>
      </p:sp>
      <p:sp>
        <p:nvSpPr>
          <p:cNvPr id="155" name="Google Shape;155;p26"/>
          <p:cNvSpPr txBox="1"/>
          <p:nvPr/>
        </p:nvSpPr>
        <p:spPr>
          <a:xfrm>
            <a:off x="582946" y="2606040"/>
            <a:ext cx="3703419" cy="754380"/>
          </a:xfrm>
          <a:prstGeom prst="rect">
            <a:avLst/>
          </a:prstGeom>
          <a:noFill/>
          <a:ln>
            <a:noFill/>
          </a:ln>
        </p:spPr>
        <p:txBody>
          <a:bodyPr anchorCtr="0" anchor="t" bIns="34275" lIns="68575" spcFirstLastPara="1" rIns="68575" wrap="square" tIns="34275">
            <a:spAutoFit/>
          </a:bodyPr>
          <a:lstStyle/>
          <a:p>
            <a:pPr indent="0" lvl="0" marL="0" marR="0" rtl="0" algn="l">
              <a:lnSpc>
                <a:spcPct val="110000"/>
              </a:lnSpc>
              <a:spcBef>
                <a:spcPts val="0"/>
              </a:spcBef>
              <a:spcAft>
                <a:spcPts val="0"/>
              </a:spcAft>
              <a:buNone/>
            </a:pPr>
            <a:r>
              <a:rPr b="0" i="0" lang="en" sz="1100" u="none" cap="none" strike="noStrike">
                <a:solidFill>
                  <a:srgbClr val="5A6473"/>
                </a:solidFill>
                <a:latin typeface="Inter"/>
                <a:ea typeface="Inter"/>
                <a:cs typeface="Inter"/>
                <a:sym typeface="Inter"/>
              </a:rPr>
              <a:t>Fall terms 2022, 2023, 2024 - recent enough to be relevant, wide enough to be stable.</a:t>
            </a:r>
            <a:endParaRPr sz="1100"/>
          </a:p>
        </p:txBody>
      </p:sp>
      <p:sp>
        <p:nvSpPr>
          <p:cNvPr id="156" name="Google Shape;156;p26"/>
          <p:cNvSpPr/>
          <p:nvPr/>
        </p:nvSpPr>
        <p:spPr>
          <a:xfrm>
            <a:off x="4663564" y="2057400"/>
            <a:ext cx="4046328" cy="1371600"/>
          </a:xfrm>
          <a:prstGeom prst="roundRect">
            <a:avLst>
              <a:gd fmla="val 16667" name="adj"/>
            </a:avLst>
          </a:prstGeom>
          <a:solidFill>
            <a:srgbClr val="F7F5F0"/>
          </a:solidFill>
          <a:ln cap="flat" cmpd="sng" w="12700">
            <a:solidFill>
              <a:srgbClr val="D9D2C5"/>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157" name="Google Shape;157;p26"/>
          <p:cNvSpPr txBox="1"/>
          <p:nvPr/>
        </p:nvSpPr>
        <p:spPr>
          <a:xfrm>
            <a:off x="4835019" y="2194560"/>
            <a:ext cx="3703419" cy="3429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 sz="1400" u="none" cap="none" strike="noStrike">
                <a:solidFill>
                  <a:srgbClr val="003262"/>
                </a:solidFill>
                <a:latin typeface="Fraunces"/>
                <a:ea typeface="Fraunces"/>
                <a:cs typeface="Fraunces"/>
                <a:sym typeface="Fraunces"/>
              </a:rPr>
              <a:t>Population</a:t>
            </a:r>
            <a:endParaRPr sz="1100"/>
          </a:p>
        </p:txBody>
      </p:sp>
      <p:sp>
        <p:nvSpPr>
          <p:cNvPr id="158" name="Google Shape;158;p26"/>
          <p:cNvSpPr txBox="1"/>
          <p:nvPr/>
        </p:nvSpPr>
        <p:spPr>
          <a:xfrm>
            <a:off x="4835019" y="2606040"/>
            <a:ext cx="3703419" cy="754380"/>
          </a:xfrm>
          <a:prstGeom prst="rect">
            <a:avLst/>
          </a:prstGeom>
          <a:noFill/>
          <a:ln>
            <a:noFill/>
          </a:ln>
        </p:spPr>
        <p:txBody>
          <a:bodyPr anchorCtr="0" anchor="t" bIns="34275" lIns="68575" spcFirstLastPara="1" rIns="68575" wrap="square" tIns="34275">
            <a:spAutoFit/>
          </a:bodyPr>
          <a:lstStyle/>
          <a:p>
            <a:pPr indent="0" lvl="0" marL="0" marR="0" rtl="0" algn="l">
              <a:lnSpc>
                <a:spcPct val="110000"/>
              </a:lnSpc>
              <a:spcBef>
                <a:spcPts val="0"/>
              </a:spcBef>
              <a:spcAft>
                <a:spcPts val="0"/>
              </a:spcAft>
              <a:buNone/>
            </a:pPr>
            <a:r>
              <a:rPr b="0" i="0" lang="en" sz="1100" u="none" cap="none" strike="noStrike">
                <a:solidFill>
                  <a:srgbClr val="5A6473"/>
                </a:solidFill>
                <a:latin typeface="Inter"/>
                <a:ea typeface="Inter"/>
                <a:cs typeface="Inter"/>
                <a:sym typeface="Inter"/>
              </a:rPr>
              <a:t>California public high schools, Universitywide. Five school types compared.</a:t>
            </a:r>
            <a:endParaRPr sz="1100"/>
          </a:p>
        </p:txBody>
      </p:sp>
      <p:sp>
        <p:nvSpPr>
          <p:cNvPr id="159" name="Google Shape;159;p26"/>
          <p:cNvSpPr/>
          <p:nvPr/>
        </p:nvSpPr>
        <p:spPr>
          <a:xfrm>
            <a:off x="411491" y="3566160"/>
            <a:ext cx="4046328" cy="1234440"/>
          </a:xfrm>
          <a:prstGeom prst="roundRect">
            <a:avLst>
              <a:gd fmla="val 16667" name="adj"/>
            </a:avLst>
          </a:prstGeom>
          <a:solidFill>
            <a:srgbClr val="F7F5F0"/>
          </a:solidFill>
          <a:ln cap="flat" cmpd="sng" w="12700">
            <a:solidFill>
              <a:srgbClr val="D9D2C5"/>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160" name="Google Shape;160;p26"/>
          <p:cNvSpPr txBox="1"/>
          <p:nvPr/>
        </p:nvSpPr>
        <p:spPr>
          <a:xfrm>
            <a:off x="582946" y="3703320"/>
            <a:ext cx="3703419" cy="3429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 sz="1400" u="none" cap="none" strike="noStrike">
                <a:solidFill>
                  <a:srgbClr val="003262"/>
                </a:solidFill>
                <a:latin typeface="Fraunces"/>
                <a:ea typeface="Fraunces"/>
                <a:cs typeface="Fraunces"/>
                <a:sym typeface="Fraunces"/>
              </a:rPr>
              <a:t>Metric</a:t>
            </a:r>
            <a:endParaRPr sz="1100"/>
          </a:p>
        </p:txBody>
      </p:sp>
      <p:sp>
        <p:nvSpPr>
          <p:cNvPr id="161" name="Google Shape;161;p26"/>
          <p:cNvSpPr txBox="1"/>
          <p:nvPr/>
        </p:nvSpPr>
        <p:spPr>
          <a:xfrm>
            <a:off x="582946" y="4114800"/>
            <a:ext cx="3703419" cy="617220"/>
          </a:xfrm>
          <a:prstGeom prst="rect">
            <a:avLst/>
          </a:prstGeom>
          <a:noFill/>
          <a:ln>
            <a:noFill/>
          </a:ln>
        </p:spPr>
        <p:txBody>
          <a:bodyPr anchorCtr="0" anchor="t" bIns="34275" lIns="68575" spcFirstLastPara="1" rIns="68575" wrap="square" tIns="34275">
            <a:spAutoFit/>
          </a:bodyPr>
          <a:lstStyle/>
          <a:p>
            <a:pPr indent="0" lvl="0" marL="0" marR="0" rtl="0" algn="l">
              <a:lnSpc>
                <a:spcPct val="110000"/>
              </a:lnSpc>
              <a:spcBef>
                <a:spcPts val="0"/>
              </a:spcBef>
              <a:spcAft>
                <a:spcPts val="0"/>
              </a:spcAft>
              <a:buNone/>
            </a:pPr>
            <a:r>
              <a:rPr b="0" i="0" lang="en" sz="1100" u="none" cap="none" strike="noStrike">
                <a:solidFill>
                  <a:srgbClr val="5A6473"/>
                </a:solidFill>
                <a:latin typeface="Inter"/>
                <a:ea typeface="Inter"/>
                <a:cs typeface="Inter"/>
                <a:sym typeface="Inter"/>
              </a:rPr>
              <a:t>Mean admit_rate_residual in pp, grouped by school_type. Precomputed by organizers.</a:t>
            </a:r>
            <a:endParaRPr sz="1100"/>
          </a:p>
        </p:txBody>
      </p:sp>
      <p:sp>
        <p:nvSpPr>
          <p:cNvPr id="162" name="Google Shape;162;p26"/>
          <p:cNvSpPr/>
          <p:nvPr/>
        </p:nvSpPr>
        <p:spPr>
          <a:xfrm>
            <a:off x="4663564" y="3566160"/>
            <a:ext cx="4046328" cy="1234440"/>
          </a:xfrm>
          <a:prstGeom prst="roundRect">
            <a:avLst>
              <a:gd fmla="val 16667" name="adj"/>
            </a:avLst>
          </a:prstGeom>
          <a:solidFill>
            <a:srgbClr val="F7F5F0"/>
          </a:solidFill>
          <a:ln cap="flat" cmpd="sng" w="12700">
            <a:solidFill>
              <a:srgbClr val="D9D2C5"/>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163" name="Google Shape;163;p26"/>
          <p:cNvSpPr txBox="1"/>
          <p:nvPr/>
        </p:nvSpPr>
        <p:spPr>
          <a:xfrm>
            <a:off x="4835019" y="3703320"/>
            <a:ext cx="3703419" cy="3429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 sz="1400" u="none" cap="none" strike="noStrike">
                <a:solidFill>
                  <a:srgbClr val="003262"/>
                </a:solidFill>
                <a:latin typeface="Fraunces"/>
                <a:ea typeface="Fraunces"/>
                <a:cs typeface="Fraunces"/>
                <a:sym typeface="Fraunces"/>
              </a:rPr>
              <a:t>Why this question</a:t>
            </a:r>
            <a:endParaRPr sz="1100"/>
          </a:p>
        </p:txBody>
      </p:sp>
      <p:sp>
        <p:nvSpPr>
          <p:cNvPr id="164" name="Google Shape;164;p26"/>
          <p:cNvSpPr txBox="1"/>
          <p:nvPr/>
        </p:nvSpPr>
        <p:spPr>
          <a:xfrm>
            <a:off x="4835019" y="4114800"/>
            <a:ext cx="3703419" cy="617220"/>
          </a:xfrm>
          <a:prstGeom prst="rect">
            <a:avLst/>
          </a:prstGeom>
          <a:noFill/>
          <a:ln>
            <a:noFill/>
          </a:ln>
        </p:spPr>
        <p:txBody>
          <a:bodyPr anchorCtr="0" anchor="t" bIns="34275" lIns="68575" spcFirstLastPara="1" rIns="68575" wrap="square" tIns="34275">
            <a:spAutoFit/>
          </a:bodyPr>
          <a:lstStyle/>
          <a:p>
            <a:pPr indent="0" lvl="0" marL="0" marR="0" rtl="0" algn="l">
              <a:lnSpc>
                <a:spcPct val="110000"/>
              </a:lnSpc>
              <a:spcBef>
                <a:spcPts val="0"/>
              </a:spcBef>
              <a:spcAft>
                <a:spcPts val="0"/>
              </a:spcAft>
              <a:buNone/>
            </a:pPr>
            <a:r>
              <a:rPr b="0" i="0" lang="en" sz="1100" u="none" cap="none" strike="noStrike">
                <a:solidFill>
                  <a:srgbClr val="5A6473"/>
                </a:solidFill>
                <a:latin typeface="Inter"/>
                <a:ea typeface="Inter"/>
                <a:cs typeface="Inter"/>
                <a:sym typeface="Inter"/>
              </a:rPr>
              <a:t>Surfaces schools the model underestimates - the ones supposed to send the fewest students to UC are quietly beating the odds.</a:t>
            </a:r>
            <a:endParaRPr sz="110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68" name="Shape 168"/>
        <p:cNvGrpSpPr/>
        <p:nvPr/>
      </p:nvGrpSpPr>
      <p:grpSpPr>
        <a:xfrm>
          <a:off x="0" y="0"/>
          <a:ext cx="0" cy="0"/>
          <a:chOff x="0" y="0"/>
          <a:chExt cx="0" cy="0"/>
        </a:xfrm>
      </p:grpSpPr>
      <p:sp>
        <p:nvSpPr>
          <p:cNvPr id="169" name="Google Shape;169;p27"/>
          <p:cNvSpPr/>
          <p:nvPr/>
        </p:nvSpPr>
        <p:spPr>
          <a:xfrm>
            <a:off x="411491" y="342900"/>
            <a:ext cx="1783128" cy="274320"/>
          </a:xfrm>
          <a:prstGeom prst="roundRect">
            <a:avLst>
              <a:gd fmla="val 16667" name="adj"/>
            </a:avLst>
          </a:prstGeom>
          <a:solidFill>
            <a:srgbClr val="003262"/>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170" name="Google Shape;170;p27"/>
          <p:cNvSpPr txBox="1"/>
          <p:nvPr/>
        </p:nvSpPr>
        <p:spPr>
          <a:xfrm>
            <a:off x="411491" y="342900"/>
            <a:ext cx="1783128" cy="274320"/>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b="1" i="0" lang="en" sz="800" u="none" cap="none" strike="noStrike">
                <a:solidFill>
                  <a:srgbClr val="FFFFFF"/>
                </a:solidFill>
                <a:latin typeface="IBM Plex Mono"/>
                <a:ea typeface="IBM Plex Mono"/>
                <a:cs typeface="IBM Plex Mono"/>
                <a:sym typeface="IBM Plex Mono"/>
              </a:rPr>
              <a:t>RUBRIC 2 - FINDING</a:t>
            </a:r>
            <a:endParaRPr sz="1100"/>
          </a:p>
        </p:txBody>
      </p:sp>
      <p:sp>
        <p:nvSpPr>
          <p:cNvPr id="171" name="Google Shape;171;p27"/>
          <p:cNvSpPr txBox="1"/>
          <p:nvPr/>
        </p:nvSpPr>
        <p:spPr>
          <a:xfrm>
            <a:off x="411491" y="685800"/>
            <a:ext cx="8298401" cy="109728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 sz="2400" u="none" cap="none" strike="noStrike">
                <a:solidFill>
                  <a:srgbClr val="003262"/>
                </a:solidFill>
                <a:latin typeface="Fraunces"/>
                <a:ea typeface="Fraunces"/>
                <a:cs typeface="Fraunces"/>
                <a:sym typeface="Fraunces"/>
              </a:rPr>
              <a:t>Continuation High Schools lead by a wide margin</a:t>
            </a:r>
            <a:endParaRPr sz="1100"/>
          </a:p>
        </p:txBody>
      </p:sp>
      <p:sp>
        <p:nvSpPr>
          <p:cNvPr id="172" name="Google Shape;172;p27"/>
          <p:cNvSpPr txBox="1"/>
          <p:nvPr/>
        </p:nvSpPr>
        <p:spPr>
          <a:xfrm>
            <a:off x="411491" y="1303020"/>
            <a:ext cx="8298401" cy="3429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 sz="1300" u="none" cap="none" strike="noStrike">
                <a:solidFill>
                  <a:srgbClr val="0E1726"/>
                </a:solidFill>
                <a:latin typeface="Inter"/>
                <a:ea typeface="Inter"/>
                <a:cs typeface="Inter"/>
                <a:sym typeface="Inter"/>
              </a:rPr>
              <a:t>Beats-expected admit rate by school type (percentage points above the predicted rate):</a:t>
            </a:r>
            <a:endParaRPr sz="1100"/>
          </a:p>
        </p:txBody>
      </p:sp>
      <p:sp>
        <p:nvSpPr>
          <p:cNvPr id="173" name="Google Shape;173;p27"/>
          <p:cNvSpPr txBox="1"/>
          <p:nvPr/>
        </p:nvSpPr>
        <p:spPr>
          <a:xfrm>
            <a:off x="411491" y="1851660"/>
            <a:ext cx="2468946" cy="30861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 sz="1000" u="none" cap="none" strike="noStrike">
                <a:solidFill>
                  <a:srgbClr val="5A6473"/>
                </a:solidFill>
                <a:latin typeface="Inter"/>
                <a:ea typeface="Inter"/>
                <a:cs typeface="Inter"/>
                <a:sym typeface="Inter"/>
              </a:rPr>
              <a:t>Continuation High Schools</a:t>
            </a:r>
            <a:endParaRPr sz="1100"/>
          </a:p>
        </p:txBody>
      </p:sp>
      <p:sp>
        <p:nvSpPr>
          <p:cNvPr id="174" name="Google Shape;174;p27"/>
          <p:cNvSpPr/>
          <p:nvPr/>
        </p:nvSpPr>
        <p:spPr>
          <a:xfrm>
            <a:off x="2949019" y="1865376"/>
            <a:ext cx="5280801" cy="274320"/>
          </a:xfrm>
          <a:prstGeom prst="roundRect">
            <a:avLst>
              <a:gd fmla="val 16667" name="adj"/>
            </a:avLst>
          </a:prstGeom>
          <a:solidFill>
            <a:srgbClr val="F7F5F0"/>
          </a:solidFill>
          <a:ln cap="flat" cmpd="sng" w="9525">
            <a:solidFill>
              <a:srgbClr val="D9D2C5"/>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175" name="Google Shape;175;p27"/>
          <p:cNvSpPr/>
          <p:nvPr/>
        </p:nvSpPr>
        <p:spPr>
          <a:xfrm>
            <a:off x="2949019" y="1865376"/>
            <a:ext cx="5280801" cy="274320"/>
          </a:xfrm>
          <a:prstGeom prst="roundRect">
            <a:avLst>
              <a:gd fmla="val 16667" name="adj"/>
            </a:avLst>
          </a:prstGeom>
          <a:solidFill>
            <a:srgbClr val="FDB515"/>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176" name="Google Shape;176;p27"/>
          <p:cNvSpPr txBox="1"/>
          <p:nvPr/>
        </p:nvSpPr>
        <p:spPr>
          <a:xfrm>
            <a:off x="7612583" y="1865376"/>
            <a:ext cx="617236" cy="27432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 sz="800" u="none" cap="none" strike="noStrike">
                <a:solidFill>
                  <a:srgbClr val="003262"/>
                </a:solidFill>
                <a:latin typeface="IBM Plex Mono"/>
                <a:ea typeface="IBM Plex Mono"/>
                <a:cs typeface="IBM Plex Mono"/>
                <a:sym typeface="IBM Plex Mono"/>
              </a:rPr>
              <a:t>+21.5</a:t>
            </a:r>
            <a:endParaRPr sz="1100"/>
          </a:p>
        </p:txBody>
      </p:sp>
      <p:sp>
        <p:nvSpPr>
          <p:cNvPr id="177" name="Google Shape;177;p27"/>
          <p:cNvSpPr txBox="1"/>
          <p:nvPr/>
        </p:nvSpPr>
        <p:spPr>
          <a:xfrm>
            <a:off x="411491" y="2263140"/>
            <a:ext cx="2468946" cy="30861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 sz="1000" u="none" cap="none" strike="noStrike">
                <a:solidFill>
                  <a:srgbClr val="5A6473"/>
                </a:solidFill>
                <a:latin typeface="Inter"/>
                <a:ea typeface="Inter"/>
                <a:cs typeface="Inter"/>
                <a:sym typeface="Inter"/>
              </a:rPr>
              <a:t>Alternative Schools of Choice</a:t>
            </a:r>
            <a:endParaRPr sz="1100"/>
          </a:p>
        </p:txBody>
      </p:sp>
      <p:sp>
        <p:nvSpPr>
          <p:cNvPr id="178" name="Google Shape;178;p27"/>
          <p:cNvSpPr/>
          <p:nvPr/>
        </p:nvSpPr>
        <p:spPr>
          <a:xfrm>
            <a:off x="2949019" y="2276856"/>
            <a:ext cx="5280801" cy="274320"/>
          </a:xfrm>
          <a:prstGeom prst="roundRect">
            <a:avLst>
              <a:gd fmla="val 16667" name="adj"/>
            </a:avLst>
          </a:prstGeom>
          <a:solidFill>
            <a:srgbClr val="F7F5F0"/>
          </a:solidFill>
          <a:ln cap="flat" cmpd="sng" w="9525">
            <a:solidFill>
              <a:srgbClr val="D9D2C5"/>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179" name="Google Shape;179;p27"/>
          <p:cNvSpPr/>
          <p:nvPr/>
        </p:nvSpPr>
        <p:spPr>
          <a:xfrm>
            <a:off x="2949019" y="2276856"/>
            <a:ext cx="2217936" cy="274320"/>
          </a:xfrm>
          <a:prstGeom prst="roundRect">
            <a:avLst>
              <a:gd fmla="val 16667" name="adj"/>
            </a:avLst>
          </a:prstGeom>
          <a:solidFill>
            <a:srgbClr val="FDB515"/>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180" name="Google Shape;180;p27"/>
          <p:cNvSpPr txBox="1"/>
          <p:nvPr/>
        </p:nvSpPr>
        <p:spPr>
          <a:xfrm>
            <a:off x="4549718" y="2276856"/>
            <a:ext cx="617236" cy="27432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 sz="800" u="none" cap="none" strike="noStrike">
                <a:solidFill>
                  <a:srgbClr val="003262"/>
                </a:solidFill>
                <a:latin typeface="IBM Plex Mono"/>
                <a:ea typeface="IBM Plex Mono"/>
                <a:cs typeface="IBM Plex Mono"/>
                <a:sym typeface="IBM Plex Mono"/>
              </a:rPr>
              <a:t>+9.0</a:t>
            </a:r>
            <a:endParaRPr sz="1100"/>
          </a:p>
        </p:txBody>
      </p:sp>
      <p:sp>
        <p:nvSpPr>
          <p:cNvPr id="181" name="Google Shape;181;p27"/>
          <p:cNvSpPr txBox="1"/>
          <p:nvPr/>
        </p:nvSpPr>
        <p:spPr>
          <a:xfrm>
            <a:off x="411491" y="2674620"/>
            <a:ext cx="2468946" cy="30861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 sz="1000" u="none" cap="none" strike="noStrike">
                <a:solidFill>
                  <a:srgbClr val="5A6473"/>
                </a:solidFill>
                <a:latin typeface="Inter"/>
                <a:ea typeface="Inter"/>
                <a:cs typeface="Inter"/>
                <a:sym typeface="Inter"/>
              </a:rPr>
              <a:t>K-12 Schools (Public)</a:t>
            </a:r>
            <a:endParaRPr sz="1100"/>
          </a:p>
        </p:txBody>
      </p:sp>
      <p:sp>
        <p:nvSpPr>
          <p:cNvPr id="182" name="Google Shape;182;p27"/>
          <p:cNvSpPr/>
          <p:nvPr/>
        </p:nvSpPr>
        <p:spPr>
          <a:xfrm>
            <a:off x="2949019" y="2688336"/>
            <a:ext cx="5280801" cy="274320"/>
          </a:xfrm>
          <a:prstGeom prst="roundRect">
            <a:avLst>
              <a:gd fmla="val 16667" name="adj"/>
            </a:avLst>
          </a:prstGeom>
          <a:solidFill>
            <a:srgbClr val="F7F5F0"/>
          </a:solidFill>
          <a:ln cap="flat" cmpd="sng" w="9525">
            <a:solidFill>
              <a:srgbClr val="D9D2C5"/>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183" name="Google Shape;183;p27"/>
          <p:cNvSpPr/>
          <p:nvPr/>
        </p:nvSpPr>
        <p:spPr>
          <a:xfrm>
            <a:off x="2949019" y="2688336"/>
            <a:ext cx="950544" cy="274320"/>
          </a:xfrm>
          <a:prstGeom prst="roundRect">
            <a:avLst>
              <a:gd fmla="val 16667" name="adj"/>
            </a:avLst>
          </a:prstGeom>
          <a:solidFill>
            <a:srgbClr val="FDB515"/>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184" name="Google Shape;184;p27"/>
          <p:cNvSpPr txBox="1"/>
          <p:nvPr/>
        </p:nvSpPr>
        <p:spPr>
          <a:xfrm>
            <a:off x="3282326" y="2688336"/>
            <a:ext cx="617236" cy="27432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 sz="800" u="none" cap="none" strike="noStrike">
                <a:solidFill>
                  <a:srgbClr val="003262"/>
                </a:solidFill>
                <a:latin typeface="IBM Plex Mono"/>
                <a:ea typeface="IBM Plex Mono"/>
                <a:cs typeface="IBM Plex Mono"/>
                <a:sym typeface="IBM Plex Mono"/>
              </a:rPr>
              <a:t>+3.9</a:t>
            </a:r>
            <a:endParaRPr sz="1100"/>
          </a:p>
        </p:txBody>
      </p:sp>
      <p:sp>
        <p:nvSpPr>
          <p:cNvPr id="185" name="Google Shape;185;p27"/>
          <p:cNvSpPr txBox="1"/>
          <p:nvPr/>
        </p:nvSpPr>
        <p:spPr>
          <a:xfrm>
            <a:off x="411491" y="3086100"/>
            <a:ext cx="2468946" cy="30861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 sz="1000" u="none" cap="none" strike="noStrike">
                <a:solidFill>
                  <a:srgbClr val="5A6473"/>
                </a:solidFill>
                <a:latin typeface="Inter"/>
                <a:ea typeface="Inter"/>
                <a:cs typeface="Inter"/>
                <a:sym typeface="Inter"/>
              </a:rPr>
              <a:t>High Schools (Public)</a:t>
            </a:r>
            <a:endParaRPr sz="1100"/>
          </a:p>
        </p:txBody>
      </p:sp>
      <p:sp>
        <p:nvSpPr>
          <p:cNvPr id="186" name="Google Shape;186;p27"/>
          <p:cNvSpPr/>
          <p:nvPr/>
        </p:nvSpPr>
        <p:spPr>
          <a:xfrm>
            <a:off x="2949019" y="3099815"/>
            <a:ext cx="5280801" cy="274320"/>
          </a:xfrm>
          <a:prstGeom prst="roundRect">
            <a:avLst>
              <a:gd fmla="val 16667" name="adj"/>
            </a:avLst>
          </a:prstGeom>
          <a:solidFill>
            <a:srgbClr val="F7F5F0"/>
          </a:solidFill>
          <a:ln cap="flat" cmpd="sng" w="9525">
            <a:solidFill>
              <a:srgbClr val="D9D2C5"/>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187" name="Google Shape;187;p27"/>
          <p:cNvSpPr/>
          <p:nvPr/>
        </p:nvSpPr>
        <p:spPr>
          <a:xfrm>
            <a:off x="2949019" y="3099815"/>
            <a:ext cx="422464" cy="274320"/>
          </a:xfrm>
          <a:prstGeom prst="roundRect">
            <a:avLst>
              <a:gd fmla="val 16667" name="adj"/>
            </a:avLst>
          </a:prstGeom>
          <a:solidFill>
            <a:srgbClr val="FDB515"/>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188" name="Google Shape;188;p27"/>
          <p:cNvSpPr txBox="1"/>
          <p:nvPr/>
        </p:nvSpPr>
        <p:spPr>
          <a:xfrm>
            <a:off x="2949019" y="3099815"/>
            <a:ext cx="617236" cy="27432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 sz="800" u="none" cap="none" strike="noStrike">
                <a:solidFill>
                  <a:srgbClr val="003262"/>
                </a:solidFill>
                <a:latin typeface="IBM Plex Mono"/>
                <a:ea typeface="IBM Plex Mono"/>
                <a:cs typeface="IBM Plex Mono"/>
                <a:sym typeface="IBM Plex Mono"/>
              </a:rPr>
              <a:t>+1.7</a:t>
            </a:r>
            <a:endParaRPr sz="1100"/>
          </a:p>
        </p:txBody>
      </p:sp>
      <p:sp>
        <p:nvSpPr>
          <p:cNvPr id="189" name="Google Shape;189;p27"/>
          <p:cNvSpPr txBox="1"/>
          <p:nvPr/>
        </p:nvSpPr>
        <p:spPr>
          <a:xfrm>
            <a:off x="411491" y="3497580"/>
            <a:ext cx="2468946" cy="30861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 sz="1000" u="none" cap="none" strike="noStrike">
                <a:solidFill>
                  <a:srgbClr val="5A6473"/>
                </a:solidFill>
                <a:latin typeface="Inter"/>
                <a:ea typeface="Inter"/>
                <a:cs typeface="Inter"/>
                <a:sym typeface="Inter"/>
              </a:rPr>
              <a:t>High Schools in 1 District</a:t>
            </a:r>
            <a:endParaRPr sz="1100"/>
          </a:p>
        </p:txBody>
      </p:sp>
      <p:sp>
        <p:nvSpPr>
          <p:cNvPr id="190" name="Google Shape;190;p27"/>
          <p:cNvSpPr/>
          <p:nvPr/>
        </p:nvSpPr>
        <p:spPr>
          <a:xfrm>
            <a:off x="2949019" y="3511295"/>
            <a:ext cx="5280801" cy="274320"/>
          </a:xfrm>
          <a:prstGeom prst="roundRect">
            <a:avLst>
              <a:gd fmla="val 16667" name="adj"/>
            </a:avLst>
          </a:prstGeom>
          <a:solidFill>
            <a:srgbClr val="F7F5F0"/>
          </a:solidFill>
          <a:ln cap="flat" cmpd="sng" w="9525">
            <a:solidFill>
              <a:srgbClr val="D9D2C5"/>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191" name="Google Shape;191;p27"/>
          <p:cNvSpPr txBox="1"/>
          <p:nvPr/>
        </p:nvSpPr>
        <p:spPr>
          <a:xfrm>
            <a:off x="411491" y="4114800"/>
            <a:ext cx="8298401" cy="54864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1" lang="en" sz="1100" u="none" cap="none" strike="noStrike">
                <a:solidFill>
                  <a:srgbClr val="5A6473"/>
                </a:solidFill>
                <a:latin typeface="Inter"/>
                <a:ea typeface="Inter"/>
                <a:cs typeface="Inter"/>
                <a:sym typeface="Inter"/>
              </a:rPr>
              <a:t>Concise and justifiable: the residual column isolates over-performance after poverty, GPA, and size are accounted for. Regular public high schools barely beat expectation.</a:t>
            </a:r>
            <a:endParaRPr sz="1100"/>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95" name="Shape 195"/>
        <p:cNvGrpSpPr/>
        <p:nvPr/>
      </p:nvGrpSpPr>
      <p:grpSpPr>
        <a:xfrm>
          <a:off x="0" y="0"/>
          <a:ext cx="0" cy="0"/>
          <a:chOff x="0" y="0"/>
          <a:chExt cx="0" cy="0"/>
        </a:xfrm>
      </p:grpSpPr>
      <p:sp>
        <p:nvSpPr>
          <p:cNvPr id="196" name="Google Shape;196;p28"/>
          <p:cNvSpPr/>
          <p:nvPr/>
        </p:nvSpPr>
        <p:spPr>
          <a:xfrm>
            <a:off x="411491" y="342900"/>
            <a:ext cx="1783128" cy="274320"/>
          </a:xfrm>
          <a:prstGeom prst="roundRect">
            <a:avLst>
              <a:gd fmla="val 16667" name="adj"/>
            </a:avLst>
          </a:prstGeom>
          <a:solidFill>
            <a:srgbClr val="003262"/>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197" name="Google Shape;197;p28"/>
          <p:cNvSpPr txBox="1"/>
          <p:nvPr/>
        </p:nvSpPr>
        <p:spPr>
          <a:xfrm>
            <a:off x="411491" y="342900"/>
            <a:ext cx="1783128" cy="274320"/>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b="1" i="0" lang="en" sz="800" u="none" cap="none" strike="noStrike">
                <a:solidFill>
                  <a:srgbClr val="FFFFFF"/>
                </a:solidFill>
                <a:latin typeface="IBM Plex Mono"/>
                <a:ea typeface="IBM Plex Mono"/>
                <a:cs typeface="IBM Plex Mono"/>
                <a:sym typeface="IBM Plex Mono"/>
              </a:rPr>
              <a:t>RUBRIC 3 - RIGOR</a:t>
            </a:r>
            <a:endParaRPr sz="1100"/>
          </a:p>
        </p:txBody>
      </p:sp>
      <p:sp>
        <p:nvSpPr>
          <p:cNvPr id="198" name="Google Shape;198;p28"/>
          <p:cNvSpPr txBox="1"/>
          <p:nvPr/>
        </p:nvSpPr>
        <p:spPr>
          <a:xfrm>
            <a:off x="411491" y="685800"/>
            <a:ext cx="8298401" cy="109728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 sz="2600" u="none" cap="none" strike="noStrike">
                <a:solidFill>
                  <a:srgbClr val="003262"/>
                </a:solidFill>
                <a:latin typeface="Fraunces"/>
                <a:ea typeface="Fraunces"/>
                <a:cs typeface="Fraunces"/>
                <a:sym typeface="Fraunces"/>
              </a:rPr>
              <a:t>Why the finding is trustworthy</a:t>
            </a:r>
            <a:endParaRPr sz="1100"/>
          </a:p>
        </p:txBody>
      </p:sp>
      <p:sp>
        <p:nvSpPr>
          <p:cNvPr id="199" name="Google Shape;199;p28"/>
          <p:cNvSpPr txBox="1"/>
          <p:nvPr/>
        </p:nvSpPr>
        <p:spPr>
          <a:xfrm>
            <a:off x="411491" y="1440180"/>
            <a:ext cx="8298401" cy="288036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 sz="1400" u="none" cap="none" strike="noStrike">
                <a:solidFill>
                  <a:srgbClr val="0E1726"/>
                </a:solidFill>
                <a:latin typeface="Inter"/>
                <a:ea typeface="Inter"/>
                <a:cs typeface="Inter"/>
                <a:sym typeface="Inter"/>
              </a:rPr>
              <a:t>Sum-then-divide: we add applicant and admit counts then divide. We never average percentages - that biases toward small schools.</a:t>
            </a:r>
            <a:endParaRPr sz="1100"/>
          </a:p>
          <a:p>
            <a:pPr indent="0" lvl="0" marL="0" marR="0" rtl="0" algn="l">
              <a:spcBef>
                <a:spcPts val="900"/>
              </a:spcBef>
              <a:spcAft>
                <a:spcPts val="0"/>
              </a:spcAft>
              <a:buNone/>
            </a:pPr>
            <a:r>
              <a:rPr b="0" i="0" lang="en" sz="1400" u="none" cap="none" strike="noStrike">
                <a:solidFill>
                  <a:srgbClr val="0E1726"/>
                </a:solidFill>
                <a:latin typeface="Inter"/>
                <a:ea typeface="Inter"/>
                <a:cs typeface="Inter"/>
                <a:sym typeface="Inter"/>
              </a:rPr>
              <a:t>Universitywide is not a campus sum. We report it separately, avoiding a classic aggregation error.</a:t>
            </a:r>
            <a:endParaRPr sz="1100"/>
          </a:p>
          <a:p>
            <a:pPr indent="0" lvl="0" marL="0" marR="0" rtl="0" algn="l">
              <a:spcBef>
                <a:spcPts val="900"/>
              </a:spcBef>
              <a:spcAft>
                <a:spcPts val="0"/>
              </a:spcAft>
              <a:buNone/>
            </a:pPr>
            <a:r>
              <a:rPr b="0" i="0" lang="en" sz="1400" u="none" cap="none" strike="noStrike">
                <a:solidFill>
                  <a:srgbClr val="0E1726"/>
                </a:solidFill>
                <a:latin typeface="Inter"/>
                <a:ea typeface="Inter"/>
                <a:cs typeface="Inter"/>
                <a:sym typeface="Inter"/>
              </a:rPr>
              <a:t>CS penalty is context, not headline: the crowded finding (CS lowers odds, Davis harshest) is shown as background so we don't duplicate what every team shows.</a:t>
            </a:r>
            <a:endParaRPr sz="1100"/>
          </a:p>
          <a:p>
            <a:pPr indent="0" lvl="0" marL="0" marR="0" rtl="0" algn="l">
              <a:spcBef>
                <a:spcPts val="900"/>
              </a:spcBef>
              <a:spcAft>
                <a:spcPts val="0"/>
              </a:spcAft>
              <a:buNone/>
            </a:pPr>
            <a:r>
              <a:rPr b="0" i="0" lang="en" sz="1400" u="none" cap="none" strike="noStrike">
                <a:solidFill>
                  <a:srgbClr val="0E1726"/>
                </a:solidFill>
                <a:latin typeface="Inter"/>
                <a:ea typeface="Inter"/>
                <a:cs typeface="Inter"/>
                <a:sym typeface="Inter"/>
              </a:rPr>
              <a:t>Poverty doesn't explain it: FRPM% vs residual correlation is near zero - the school-type gap holds after poverty is controlled.</a:t>
            </a:r>
            <a:endParaRPr sz="1100"/>
          </a:p>
          <a:p>
            <a:pPr indent="0" lvl="0" marL="0" marR="0" rtl="0" algn="l">
              <a:spcBef>
                <a:spcPts val="900"/>
              </a:spcBef>
              <a:spcAft>
                <a:spcPts val="0"/>
              </a:spcAft>
              <a:buNone/>
            </a:pPr>
            <a:r>
              <a:rPr b="0" i="0" lang="en" sz="1400" u="none" cap="none" strike="noStrike">
                <a:solidFill>
                  <a:srgbClr val="0E1726"/>
                </a:solidFill>
                <a:latin typeface="Inter"/>
                <a:ea typeface="Inter"/>
                <a:cs typeface="Inter"/>
                <a:sym typeface="Inter"/>
              </a:rPr>
              <a:t>Reproducible: every number traces to dashboard_notebook.ipynb on the same cleaned data.</a:t>
            </a:r>
            <a:endParaRPr sz="1100"/>
          </a:p>
        </p:txBody>
      </p:sp>
      <p:sp>
        <p:nvSpPr>
          <p:cNvPr id="200" name="Google Shape;200;p28"/>
          <p:cNvSpPr txBox="1"/>
          <p:nvPr/>
        </p:nvSpPr>
        <p:spPr>
          <a:xfrm>
            <a:off x="411491" y="4594860"/>
            <a:ext cx="8298401" cy="41148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 sz="800" u="none" cap="none" strike="noStrike">
                <a:solidFill>
                  <a:srgbClr val="5A6473"/>
                </a:solidFill>
                <a:latin typeface="IBM Plex Mono"/>
                <a:ea typeface="IBM Plex Mono"/>
                <a:cs typeface="IBM Plex Mono"/>
                <a:sym typeface="IBM Plex Mono"/>
              </a:rPr>
              <a:t>TALK TRACK: This slide answers 'is it nuanced and mature?' - yes, on five fronts.</a:t>
            </a:r>
            <a:endParaRPr sz="110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04" name="Shape 204"/>
        <p:cNvGrpSpPr/>
        <p:nvPr/>
      </p:nvGrpSpPr>
      <p:grpSpPr>
        <a:xfrm>
          <a:off x="0" y="0"/>
          <a:ext cx="0" cy="0"/>
          <a:chOff x="0" y="0"/>
          <a:chExt cx="0" cy="0"/>
        </a:xfrm>
      </p:grpSpPr>
      <p:sp>
        <p:nvSpPr>
          <p:cNvPr id="205" name="Google Shape;205;p29"/>
          <p:cNvSpPr/>
          <p:nvPr/>
        </p:nvSpPr>
        <p:spPr>
          <a:xfrm>
            <a:off x="411491" y="342900"/>
            <a:ext cx="1783128" cy="274320"/>
          </a:xfrm>
          <a:prstGeom prst="roundRect">
            <a:avLst>
              <a:gd fmla="val 16667" name="adj"/>
            </a:avLst>
          </a:prstGeom>
          <a:solidFill>
            <a:srgbClr val="003262"/>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206" name="Google Shape;206;p29"/>
          <p:cNvSpPr txBox="1"/>
          <p:nvPr/>
        </p:nvSpPr>
        <p:spPr>
          <a:xfrm>
            <a:off x="411491" y="342900"/>
            <a:ext cx="1783128" cy="274320"/>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b="1" i="0" lang="en" sz="800" u="none" cap="none" strike="noStrike">
                <a:solidFill>
                  <a:srgbClr val="FFFFFF"/>
                </a:solidFill>
                <a:latin typeface="IBM Plex Mono"/>
                <a:ea typeface="IBM Plex Mono"/>
                <a:cs typeface="IBM Plex Mono"/>
                <a:sym typeface="IBM Plex Mono"/>
              </a:rPr>
              <a:t>RUBRIC 4 - DASHBOARD</a:t>
            </a:r>
            <a:endParaRPr sz="1100"/>
          </a:p>
        </p:txBody>
      </p:sp>
      <p:sp>
        <p:nvSpPr>
          <p:cNvPr id="207" name="Google Shape;207;p29"/>
          <p:cNvSpPr txBox="1"/>
          <p:nvPr/>
        </p:nvSpPr>
        <p:spPr>
          <a:xfrm>
            <a:off x="411491" y="685800"/>
            <a:ext cx="8298401" cy="109728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 sz="2600" u="none" cap="none" strike="noStrike">
                <a:solidFill>
                  <a:srgbClr val="003262"/>
                </a:solidFill>
                <a:latin typeface="Fraunces"/>
                <a:ea typeface="Fraunces"/>
                <a:cs typeface="Fraunces"/>
                <a:sym typeface="Fraunces"/>
              </a:rPr>
              <a:t>Accurate and reliable dashboard</a:t>
            </a:r>
            <a:endParaRPr sz="1100"/>
          </a:p>
        </p:txBody>
      </p:sp>
      <p:sp>
        <p:nvSpPr>
          <p:cNvPr id="208" name="Google Shape;208;p29"/>
          <p:cNvSpPr/>
          <p:nvPr/>
        </p:nvSpPr>
        <p:spPr>
          <a:xfrm>
            <a:off x="411491" y="1440180"/>
            <a:ext cx="4046328" cy="1371600"/>
          </a:xfrm>
          <a:prstGeom prst="roundRect">
            <a:avLst>
              <a:gd fmla="val 16667" name="adj"/>
            </a:avLst>
          </a:prstGeom>
          <a:solidFill>
            <a:srgbClr val="F7F5F0"/>
          </a:solidFill>
          <a:ln cap="flat" cmpd="sng" w="12700">
            <a:solidFill>
              <a:srgbClr val="D9D2C5"/>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209" name="Google Shape;209;p29"/>
          <p:cNvSpPr txBox="1"/>
          <p:nvPr/>
        </p:nvSpPr>
        <p:spPr>
          <a:xfrm>
            <a:off x="582946" y="1577340"/>
            <a:ext cx="3703419" cy="3429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 sz="1400" u="none" cap="none" strike="noStrike">
                <a:solidFill>
                  <a:srgbClr val="003262"/>
                </a:solidFill>
                <a:latin typeface="Fraunces"/>
                <a:ea typeface="Fraunces"/>
                <a:cs typeface="Fraunces"/>
                <a:sym typeface="Fraunces"/>
              </a:rPr>
              <a:t>Overview</a:t>
            </a:r>
            <a:endParaRPr sz="1100"/>
          </a:p>
        </p:txBody>
      </p:sp>
      <p:sp>
        <p:nvSpPr>
          <p:cNvPr id="210" name="Google Shape;210;p29"/>
          <p:cNvSpPr txBox="1"/>
          <p:nvPr/>
        </p:nvSpPr>
        <p:spPr>
          <a:xfrm>
            <a:off x="582946" y="1988820"/>
            <a:ext cx="3703419" cy="754380"/>
          </a:xfrm>
          <a:prstGeom prst="rect">
            <a:avLst/>
          </a:prstGeom>
          <a:noFill/>
          <a:ln>
            <a:noFill/>
          </a:ln>
        </p:spPr>
        <p:txBody>
          <a:bodyPr anchorCtr="0" anchor="t" bIns="34275" lIns="68575" spcFirstLastPara="1" rIns="68575" wrap="square" tIns="34275">
            <a:spAutoFit/>
          </a:bodyPr>
          <a:lstStyle/>
          <a:p>
            <a:pPr indent="0" lvl="0" marL="0" marR="0" rtl="0" algn="l">
              <a:lnSpc>
                <a:spcPct val="110000"/>
              </a:lnSpc>
              <a:spcBef>
                <a:spcPts val="0"/>
              </a:spcBef>
              <a:spcAft>
                <a:spcPts val="0"/>
              </a:spcAft>
              <a:buNone/>
            </a:pPr>
            <a:r>
              <a:rPr b="0" i="0" lang="en" sz="1100" u="none" cap="none" strike="noStrike">
                <a:solidFill>
                  <a:srgbClr val="5A6473"/>
                </a:solidFill>
                <a:latin typeface="Inter"/>
                <a:ea typeface="Inter"/>
                <a:cs typeface="Inter"/>
                <a:sym typeface="Inter"/>
              </a:rPr>
              <a:t>KPI cards + school-type bar chart. Green above zero, red below.</a:t>
            </a:r>
            <a:endParaRPr sz="1100"/>
          </a:p>
        </p:txBody>
      </p:sp>
      <p:sp>
        <p:nvSpPr>
          <p:cNvPr id="211" name="Google Shape;211;p29"/>
          <p:cNvSpPr/>
          <p:nvPr/>
        </p:nvSpPr>
        <p:spPr>
          <a:xfrm>
            <a:off x="4663564" y="1440180"/>
            <a:ext cx="4046328" cy="1371600"/>
          </a:xfrm>
          <a:prstGeom prst="roundRect">
            <a:avLst>
              <a:gd fmla="val 16667" name="adj"/>
            </a:avLst>
          </a:prstGeom>
          <a:solidFill>
            <a:srgbClr val="F7F5F0"/>
          </a:solidFill>
          <a:ln cap="flat" cmpd="sng" w="12700">
            <a:solidFill>
              <a:srgbClr val="D9D2C5"/>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212" name="Google Shape;212;p29"/>
          <p:cNvSpPr txBox="1"/>
          <p:nvPr/>
        </p:nvSpPr>
        <p:spPr>
          <a:xfrm>
            <a:off x="4835019" y="1577340"/>
            <a:ext cx="3703419" cy="3429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 sz="1400" u="none" cap="none" strike="noStrike">
                <a:solidFill>
                  <a:srgbClr val="003262"/>
                </a:solidFill>
                <a:latin typeface="Fraunces"/>
                <a:ea typeface="Fraunces"/>
                <a:cs typeface="Fraunces"/>
                <a:sym typeface="Fraunces"/>
              </a:rPr>
              <a:t>School map</a:t>
            </a:r>
            <a:endParaRPr sz="1100"/>
          </a:p>
        </p:txBody>
      </p:sp>
      <p:sp>
        <p:nvSpPr>
          <p:cNvPr id="213" name="Google Shape;213;p29"/>
          <p:cNvSpPr txBox="1"/>
          <p:nvPr/>
        </p:nvSpPr>
        <p:spPr>
          <a:xfrm>
            <a:off x="4835019" y="1988820"/>
            <a:ext cx="3703419" cy="754380"/>
          </a:xfrm>
          <a:prstGeom prst="rect">
            <a:avLst/>
          </a:prstGeom>
          <a:noFill/>
          <a:ln>
            <a:noFill/>
          </a:ln>
        </p:spPr>
        <p:txBody>
          <a:bodyPr anchorCtr="0" anchor="t" bIns="34275" lIns="68575" spcFirstLastPara="1" rIns="68575" wrap="square" tIns="34275">
            <a:spAutoFit/>
          </a:bodyPr>
          <a:lstStyle/>
          <a:p>
            <a:pPr indent="0" lvl="0" marL="0" marR="0" rtl="0" algn="l">
              <a:lnSpc>
                <a:spcPct val="110000"/>
              </a:lnSpc>
              <a:spcBef>
                <a:spcPts val="0"/>
              </a:spcBef>
              <a:spcAft>
                <a:spcPts val="0"/>
              </a:spcAft>
              <a:buNone/>
            </a:pPr>
            <a:r>
              <a:rPr b="0" i="0" lang="en" sz="1100" u="none" cap="none" strike="noStrike">
                <a:solidFill>
                  <a:srgbClr val="5A6473"/>
                </a:solidFill>
                <a:latin typeface="Inter"/>
                <a:ea typeface="Inter"/>
                <a:cs typeface="Inter"/>
                <a:sym typeface="Inter"/>
              </a:rPr>
              <a:t>Every CA public school colored green (beats) to red (below). Filter by type.</a:t>
            </a:r>
            <a:endParaRPr sz="1100"/>
          </a:p>
        </p:txBody>
      </p:sp>
      <p:sp>
        <p:nvSpPr>
          <p:cNvPr id="214" name="Google Shape;214;p29"/>
          <p:cNvSpPr/>
          <p:nvPr/>
        </p:nvSpPr>
        <p:spPr>
          <a:xfrm>
            <a:off x="411491" y="2948940"/>
            <a:ext cx="4046328" cy="1371600"/>
          </a:xfrm>
          <a:prstGeom prst="roundRect">
            <a:avLst>
              <a:gd fmla="val 16667" name="adj"/>
            </a:avLst>
          </a:prstGeom>
          <a:solidFill>
            <a:srgbClr val="F7F5F0"/>
          </a:solidFill>
          <a:ln cap="flat" cmpd="sng" w="12700">
            <a:solidFill>
              <a:srgbClr val="D9D2C5"/>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215" name="Google Shape;215;p29"/>
          <p:cNvSpPr txBox="1"/>
          <p:nvPr/>
        </p:nvSpPr>
        <p:spPr>
          <a:xfrm>
            <a:off x="582946" y="3086100"/>
            <a:ext cx="3703419" cy="3429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 sz="1400" u="none" cap="none" strike="noStrike">
                <a:solidFill>
                  <a:srgbClr val="003262"/>
                </a:solidFill>
                <a:latin typeface="Fraunces"/>
                <a:ea typeface="Fraunces"/>
                <a:cs typeface="Fraunces"/>
                <a:sym typeface="Fraunces"/>
              </a:rPr>
              <a:t>Top schools</a:t>
            </a:r>
            <a:endParaRPr sz="1100"/>
          </a:p>
        </p:txBody>
      </p:sp>
      <p:sp>
        <p:nvSpPr>
          <p:cNvPr id="216" name="Google Shape;216;p29"/>
          <p:cNvSpPr txBox="1"/>
          <p:nvPr/>
        </p:nvSpPr>
        <p:spPr>
          <a:xfrm>
            <a:off x="582946" y="3497580"/>
            <a:ext cx="3703419" cy="754380"/>
          </a:xfrm>
          <a:prstGeom prst="rect">
            <a:avLst/>
          </a:prstGeom>
          <a:noFill/>
          <a:ln>
            <a:noFill/>
          </a:ln>
        </p:spPr>
        <p:txBody>
          <a:bodyPr anchorCtr="0" anchor="t" bIns="34275" lIns="68575" spcFirstLastPara="1" rIns="68575" wrap="square" tIns="34275">
            <a:spAutoFit/>
          </a:bodyPr>
          <a:lstStyle/>
          <a:p>
            <a:pPr indent="0" lvl="0" marL="0" marR="0" rtl="0" algn="l">
              <a:lnSpc>
                <a:spcPct val="110000"/>
              </a:lnSpc>
              <a:spcBef>
                <a:spcPts val="0"/>
              </a:spcBef>
              <a:spcAft>
                <a:spcPts val="0"/>
              </a:spcAft>
              <a:buNone/>
            </a:pPr>
            <a:r>
              <a:rPr b="0" i="0" lang="en" sz="1100" u="none" cap="none" strike="noStrike">
                <a:solidFill>
                  <a:srgbClr val="5A6473"/>
                </a:solidFill>
                <a:latin typeface="Inter"/>
                <a:ea typeface="Inter"/>
                <a:cs typeface="Inter"/>
                <a:sym typeface="Inter"/>
              </a:rPr>
              <a:t>Circle of Independent Learning +28.3, Coliseum College Prep +24.8, Mission Senior High +24.3.</a:t>
            </a:r>
            <a:endParaRPr sz="1100"/>
          </a:p>
        </p:txBody>
      </p:sp>
      <p:sp>
        <p:nvSpPr>
          <p:cNvPr id="217" name="Google Shape;217;p29"/>
          <p:cNvSpPr/>
          <p:nvPr/>
        </p:nvSpPr>
        <p:spPr>
          <a:xfrm>
            <a:off x="4663564" y="2948940"/>
            <a:ext cx="4046328" cy="1371600"/>
          </a:xfrm>
          <a:prstGeom prst="roundRect">
            <a:avLst>
              <a:gd fmla="val 16667" name="adj"/>
            </a:avLst>
          </a:prstGeom>
          <a:solidFill>
            <a:srgbClr val="F7F5F0"/>
          </a:solidFill>
          <a:ln cap="flat" cmpd="sng" w="12700">
            <a:solidFill>
              <a:srgbClr val="D9D2C5"/>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218" name="Google Shape;218;p29"/>
          <p:cNvSpPr txBox="1"/>
          <p:nvPr/>
        </p:nvSpPr>
        <p:spPr>
          <a:xfrm>
            <a:off x="4835019" y="3086100"/>
            <a:ext cx="3703419" cy="3429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 sz="1400" u="none" cap="none" strike="noStrike">
                <a:solidFill>
                  <a:srgbClr val="003262"/>
                </a:solidFill>
                <a:latin typeface="Fraunces"/>
                <a:ea typeface="Fraunces"/>
                <a:cs typeface="Fraunces"/>
                <a:sym typeface="Fraunces"/>
              </a:rPr>
              <a:t>Consistency</a:t>
            </a:r>
            <a:endParaRPr sz="1100"/>
          </a:p>
        </p:txBody>
      </p:sp>
      <p:sp>
        <p:nvSpPr>
          <p:cNvPr id="219" name="Google Shape;219;p29"/>
          <p:cNvSpPr txBox="1"/>
          <p:nvPr/>
        </p:nvSpPr>
        <p:spPr>
          <a:xfrm>
            <a:off x="4835019" y="3497580"/>
            <a:ext cx="3703419" cy="754380"/>
          </a:xfrm>
          <a:prstGeom prst="rect">
            <a:avLst/>
          </a:prstGeom>
          <a:noFill/>
          <a:ln>
            <a:noFill/>
          </a:ln>
        </p:spPr>
        <p:txBody>
          <a:bodyPr anchorCtr="0" anchor="t" bIns="34275" lIns="68575" spcFirstLastPara="1" rIns="68575" wrap="square" tIns="34275">
            <a:spAutoFit/>
          </a:bodyPr>
          <a:lstStyle/>
          <a:p>
            <a:pPr indent="0" lvl="0" marL="0" marR="0" rtl="0" algn="l">
              <a:lnSpc>
                <a:spcPct val="110000"/>
              </a:lnSpc>
              <a:spcBef>
                <a:spcPts val="0"/>
              </a:spcBef>
              <a:spcAft>
                <a:spcPts val="0"/>
              </a:spcAft>
              <a:buNone/>
            </a:pPr>
            <a:r>
              <a:rPr b="0" i="0" lang="en" sz="1100" u="none" cap="none" strike="noStrike">
                <a:solidFill>
                  <a:srgbClr val="5A6473"/>
                </a:solidFill>
                <a:latin typeface="Inter"/>
                <a:ea typeface="Inter"/>
                <a:cs typeface="Inter"/>
                <a:sym typeface="Inter"/>
              </a:rPr>
              <a:t>Sidebar re-runs the calc for any year/campus/type - numbers never contradict.</a:t>
            </a:r>
            <a:endParaRPr sz="110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23" name="Shape 223"/>
        <p:cNvGrpSpPr/>
        <p:nvPr/>
      </p:nvGrpSpPr>
      <p:grpSpPr>
        <a:xfrm>
          <a:off x="0" y="0"/>
          <a:ext cx="0" cy="0"/>
          <a:chOff x="0" y="0"/>
          <a:chExt cx="0" cy="0"/>
        </a:xfrm>
      </p:grpSpPr>
      <p:sp>
        <p:nvSpPr>
          <p:cNvPr id="224" name="Google Shape;224;p30"/>
          <p:cNvSpPr txBox="1"/>
          <p:nvPr/>
        </p:nvSpPr>
        <p:spPr>
          <a:xfrm>
            <a:off x="411491" y="308610"/>
            <a:ext cx="7544100" cy="2232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 sz="1000" u="none" cap="none" strike="noStrike">
                <a:solidFill>
                  <a:srgbClr val="E6A200"/>
                </a:solidFill>
                <a:latin typeface="IBM Plex Mono"/>
                <a:ea typeface="IBM Plex Mono"/>
                <a:cs typeface="IBM Plex Mono"/>
                <a:sym typeface="IBM Plex Mono"/>
              </a:rPr>
              <a:t>SMART AI USE</a:t>
            </a:r>
            <a:endParaRPr sz="1100"/>
          </a:p>
        </p:txBody>
      </p:sp>
      <p:sp>
        <p:nvSpPr>
          <p:cNvPr id="225" name="Google Shape;225;p30"/>
          <p:cNvSpPr txBox="1"/>
          <p:nvPr/>
        </p:nvSpPr>
        <p:spPr>
          <a:xfrm>
            <a:off x="411491" y="685800"/>
            <a:ext cx="8298300" cy="4695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 sz="2600" u="none" cap="none" strike="noStrike">
                <a:solidFill>
                  <a:srgbClr val="003262"/>
                </a:solidFill>
                <a:latin typeface="Fraunces"/>
                <a:ea typeface="Fraunces"/>
                <a:cs typeface="Fraunces"/>
                <a:sym typeface="Fraunces"/>
              </a:rPr>
              <a:t>We used Gemini to stress-test the work</a:t>
            </a:r>
            <a:endParaRPr sz="1100"/>
          </a:p>
        </p:txBody>
      </p:sp>
      <p:sp>
        <p:nvSpPr>
          <p:cNvPr id="226" name="Google Shape;226;p30"/>
          <p:cNvSpPr txBox="1"/>
          <p:nvPr/>
        </p:nvSpPr>
        <p:spPr>
          <a:xfrm>
            <a:off x="411491" y="1685160"/>
            <a:ext cx="8298300" cy="4695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 sz="1300" u="none" cap="none" strike="noStrike">
                <a:solidFill>
                  <a:srgbClr val="0E1726"/>
                </a:solidFill>
                <a:latin typeface="Inter"/>
                <a:ea typeface="Inter"/>
                <a:cs typeface="Inter"/>
                <a:sym typeface="Inter"/>
              </a:rPr>
              <a:t>Not to generate the finding, but to pressure-test it: judging our scorecard, scanning rivals, drafting a hook.</a:t>
            </a:r>
            <a:endParaRPr sz="1100"/>
          </a:p>
        </p:txBody>
      </p:sp>
      <p:sp>
        <p:nvSpPr>
          <p:cNvPr id="227" name="Google Shape;227;p30"/>
          <p:cNvSpPr txBox="1"/>
          <p:nvPr/>
        </p:nvSpPr>
        <p:spPr>
          <a:xfrm>
            <a:off x="411541" y="2571750"/>
            <a:ext cx="8298300" cy="5001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 sz="1400" u="none" cap="none" strike="noStrike">
                <a:solidFill>
                  <a:srgbClr val="0E1726"/>
                </a:solidFill>
                <a:latin typeface="Inter"/>
                <a:ea typeface="Inter"/>
                <a:cs typeface="Inter"/>
                <a:sym typeface="Inter"/>
              </a:rPr>
              <a:t>Ask-the-data: Gemini answers questions using only the real numbers we computed (it cannot invent stats)</a:t>
            </a:r>
            <a:endParaRPr sz="1100"/>
          </a:p>
        </p:txBody>
      </p:sp>
      <p:sp>
        <p:nvSpPr>
          <p:cNvPr id="228" name="Google Shape;228;p30"/>
          <p:cNvSpPr txBox="1"/>
          <p:nvPr/>
        </p:nvSpPr>
        <p:spPr>
          <a:xfrm>
            <a:off x="411491" y="4183380"/>
            <a:ext cx="8298300" cy="2232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1" lang="en" sz="1000" u="none" cap="none" strike="noStrike">
                <a:solidFill>
                  <a:srgbClr val="5A6473"/>
                </a:solidFill>
                <a:latin typeface="Inter"/>
                <a:ea typeface="Inter"/>
                <a:cs typeface="Inter"/>
                <a:sym typeface="Inter"/>
              </a:rPr>
              <a:t>Key is entered in-settings, free Gemini models only, never stored.</a:t>
            </a:r>
            <a:endParaRPr sz="1100"/>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3262"/>
        </a:solidFill>
      </p:bgPr>
    </p:bg>
    <p:spTree>
      <p:nvGrpSpPr>
        <p:cNvPr id="232" name="Shape 232"/>
        <p:cNvGrpSpPr/>
        <p:nvPr/>
      </p:nvGrpSpPr>
      <p:grpSpPr>
        <a:xfrm>
          <a:off x="0" y="0"/>
          <a:ext cx="0" cy="0"/>
          <a:chOff x="0" y="0"/>
          <a:chExt cx="0" cy="0"/>
        </a:xfrm>
      </p:grpSpPr>
      <p:sp>
        <p:nvSpPr>
          <p:cNvPr id="233" name="Google Shape;233;p31"/>
          <p:cNvSpPr/>
          <p:nvPr/>
        </p:nvSpPr>
        <p:spPr>
          <a:xfrm>
            <a:off x="0" y="0"/>
            <a:ext cx="9144015" cy="123444"/>
          </a:xfrm>
          <a:prstGeom prst="rect">
            <a:avLst/>
          </a:prstGeom>
          <a:solidFill>
            <a:srgbClr val="FDB515"/>
          </a:solidFill>
          <a:ln>
            <a:noFill/>
          </a:ln>
          <a:effectLst>
            <a:outerShdw blurRad="40000" rotWithShape="0" dir="5400000" dist="23000">
              <a:srgbClr val="000000">
                <a:alpha val="34902"/>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234" name="Google Shape;234;p31"/>
          <p:cNvSpPr txBox="1"/>
          <p:nvPr/>
        </p:nvSpPr>
        <p:spPr>
          <a:xfrm>
            <a:off x="411491" y="308610"/>
            <a:ext cx="7544001" cy="27432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 sz="1000" u="none" cap="none" strike="noStrike">
                <a:solidFill>
                  <a:srgbClr val="E6A200"/>
                </a:solidFill>
                <a:latin typeface="IBM Plex Mono"/>
                <a:ea typeface="IBM Plex Mono"/>
                <a:cs typeface="IBM Plex Mono"/>
                <a:sym typeface="IBM Plex Mono"/>
              </a:rPr>
              <a:t>THE OPENER</a:t>
            </a:r>
            <a:endParaRPr sz="1100"/>
          </a:p>
        </p:txBody>
      </p:sp>
      <p:sp>
        <p:nvSpPr>
          <p:cNvPr id="235" name="Google Shape;235;p31"/>
          <p:cNvSpPr txBox="1"/>
          <p:nvPr/>
        </p:nvSpPr>
        <p:spPr>
          <a:xfrm>
            <a:off x="548655" y="1508760"/>
            <a:ext cx="8024074" cy="1783080"/>
          </a:xfrm>
          <a:prstGeom prst="rect">
            <a:avLst/>
          </a:prstGeom>
          <a:noFill/>
          <a:ln>
            <a:noFill/>
          </a:ln>
        </p:spPr>
        <p:txBody>
          <a:bodyPr anchorCtr="0" anchor="t" bIns="34275" lIns="68575" spcFirstLastPara="1" rIns="68575" wrap="square" tIns="34275">
            <a:spAutoFit/>
          </a:bodyPr>
          <a:lstStyle/>
          <a:p>
            <a:pPr indent="0" lvl="0" marL="0" marR="0" rtl="0" algn="l">
              <a:lnSpc>
                <a:spcPct val="130000"/>
              </a:lnSpc>
              <a:spcBef>
                <a:spcPts val="0"/>
              </a:spcBef>
              <a:spcAft>
                <a:spcPts val="0"/>
              </a:spcAft>
              <a:buNone/>
            </a:pPr>
            <a:r>
              <a:rPr b="0" i="1" lang="en" sz="2300" u="none" cap="none" strike="noStrike">
                <a:solidFill>
                  <a:srgbClr val="FFFFFF"/>
                </a:solidFill>
                <a:latin typeface="Fraunces"/>
                <a:ea typeface="Fraunces"/>
                <a:cs typeface="Fraunces"/>
                <a:sym typeface="Fraunces"/>
              </a:rPr>
              <a:t>"The schools predicted to send the fewest students to UC are the ones quietly beating the odds by 21 points."</a:t>
            </a:r>
            <a:endParaRPr sz="1100"/>
          </a:p>
        </p:txBody>
      </p:sp>
      <p:sp>
        <p:nvSpPr>
          <p:cNvPr id="236" name="Google Shape;236;p31"/>
          <p:cNvSpPr txBox="1"/>
          <p:nvPr/>
        </p:nvSpPr>
        <p:spPr>
          <a:xfrm>
            <a:off x="548655" y="3223260"/>
            <a:ext cx="8024074" cy="6858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 sz="1400" u="none" cap="none" strike="noStrike">
                <a:solidFill>
                  <a:srgbClr val="C9D4E0"/>
                </a:solidFill>
                <a:latin typeface="Inter"/>
                <a:ea typeface="Inter"/>
                <a:cs typeface="Inter"/>
                <a:sym typeface="Inter"/>
              </a:rPr>
              <a:t>That is the counterintuitive core: expectation is not destiny. Continuation high schools outperform their profile more than any other public school type in California.</a:t>
            </a:r>
            <a:endParaRPr sz="1100"/>
          </a:p>
        </p:txBody>
      </p:sp>
      <p:sp>
        <p:nvSpPr>
          <p:cNvPr id="237" name="Google Shape;237;p31"/>
          <p:cNvSpPr/>
          <p:nvPr/>
        </p:nvSpPr>
        <p:spPr>
          <a:xfrm>
            <a:off x="548655" y="4114800"/>
            <a:ext cx="2537528" cy="1028700"/>
          </a:xfrm>
          <a:prstGeom prst="roundRect">
            <a:avLst>
              <a:gd fmla="val 16667" name="adj"/>
            </a:avLst>
          </a:prstGeom>
          <a:solidFill>
            <a:srgbClr val="F7F5F0"/>
          </a:solidFill>
          <a:ln cap="flat" cmpd="sng" w="12700">
            <a:solidFill>
              <a:srgbClr val="D9D2C5"/>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238" name="Google Shape;238;p31"/>
          <p:cNvSpPr/>
          <p:nvPr/>
        </p:nvSpPr>
        <p:spPr>
          <a:xfrm>
            <a:off x="548655" y="4114800"/>
            <a:ext cx="82298" cy="1028700"/>
          </a:xfrm>
          <a:prstGeom prst="rect">
            <a:avLst/>
          </a:prstGeom>
          <a:solidFill>
            <a:srgbClr val="FDB515"/>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239" name="Google Shape;239;p31"/>
          <p:cNvSpPr txBox="1"/>
          <p:nvPr/>
        </p:nvSpPr>
        <p:spPr>
          <a:xfrm>
            <a:off x="720109" y="4238244"/>
            <a:ext cx="2297491" cy="48006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 sz="2300" u="none" cap="none" strike="noStrike">
                <a:solidFill>
                  <a:srgbClr val="003262"/>
                </a:solidFill>
                <a:latin typeface="Fraunces"/>
                <a:ea typeface="Fraunces"/>
                <a:cs typeface="Fraunces"/>
                <a:sym typeface="Fraunces"/>
              </a:rPr>
              <a:t>+21.5pp</a:t>
            </a:r>
            <a:endParaRPr sz="1100"/>
          </a:p>
        </p:txBody>
      </p:sp>
      <p:sp>
        <p:nvSpPr>
          <p:cNvPr id="240" name="Google Shape;240;p31"/>
          <p:cNvSpPr txBox="1"/>
          <p:nvPr/>
        </p:nvSpPr>
        <p:spPr>
          <a:xfrm>
            <a:off x="720109" y="4745736"/>
            <a:ext cx="2297491" cy="3429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 sz="800" u="none" cap="none" strike="noStrike">
                <a:solidFill>
                  <a:srgbClr val="5A6473"/>
                </a:solidFill>
                <a:latin typeface="Inter"/>
                <a:ea typeface="Inter"/>
                <a:cs typeface="Inter"/>
                <a:sym typeface="Inter"/>
              </a:rPr>
              <a:t>Continuation High Schools</a:t>
            </a:r>
            <a:endParaRPr sz="1100"/>
          </a:p>
        </p:txBody>
      </p:sp>
      <p:sp>
        <p:nvSpPr>
          <p:cNvPr id="241" name="Google Shape;241;p31"/>
          <p:cNvSpPr/>
          <p:nvPr/>
        </p:nvSpPr>
        <p:spPr>
          <a:xfrm>
            <a:off x="3291928" y="4114800"/>
            <a:ext cx="2537528" cy="1028700"/>
          </a:xfrm>
          <a:prstGeom prst="roundRect">
            <a:avLst>
              <a:gd fmla="val 16667" name="adj"/>
            </a:avLst>
          </a:prstGeom>
          <a:solidFill>
            <a:srgbClr val="F7F5F0"/>
          </a:solidFill>
          <a:ln cap="flat" cmpd="sng" w="12700">
            <a:solidFill>
              <a:srgbClr val="D9D2C5"/>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242" name="Google Shape;242;p31"/>
          <p:cNvSpPr/>
          <p:nvPr/>
        </p:nvSpPr>
        <p:spPr>
          <a:xfrm>
            <a:off x="3291928" y="4114800"/>
            <a:ext cx="82298" cy="1028700"/>
          </a:xfrm>
          <a:prstGeom prst="rect">
            <a:avLst/>
          </a:prstGeom>
          <a:solidFill>
            <a:srgbClr val="FDB515"/>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243" name="Google Shape;243;p31"/>
          <p:cNvSpPr txBox="1"/>
          <p:nvPr/>
        </p:nvSpPr>
        <p:spPr>
          <a:xfrm>
            <a:off x="3463382" y="4238244"/>
            <a:ext cx="2297491" cy="48006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 sz="2300" u="none" cap="none" strike="noStrike">
                <a:solidFill>
                  <a:srgbClr val="003262"/>
                </a:solidFill>
                <a:latin typeface="Fraunces"/>
                <a:ea typeface="Fraunces"/>
                <a:cs typeface="Fraunces"/>
                <a:sym typeface="Fraunces"/>
              </a:rPr>
              <a:t>2022-24</a:t>
            </a:r>
            <a:endParaRPr sz="1100"/>
          </a:p>
        </p:txBody>
      </p:sp>
      <p:sp>
        <p:nvSpPr>
          <p:cNvPr id="244" name="Google Shape;244;p31"/>
          <p:cNvSpPr txBox="1"/>
          <p:nvPr/>
        </p:nvSpPr>
        <p:spPr>
          <a:xfrm>
            <a:off x="3463382" y="4745736"/>
            <a:ext cx="2297491" cy="3429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 sz="800" u="none" cap="none" strike="noStrike">
                <a:solidFill>
                  <a:srgbClr val="5A6473"/>
                </a:solidFill>
                <a:latin typeface="Inter"/>
                <a:ea typeface="Inter"/>
                <a:cs typeface="Inter"/>
                <a:sym typeface="Inter"/>
              </a:rPr>
              <a:t>Fall terms studied</a:t>
            </a:r>
            <a:endParaRPr sz="1100"/>
          </a:p>
        </p:txBody>
      </p:sp>
      <p:sp>
        <p:nvSpPr>
          <p:cNvPr id="245" name="Google Shape;245;p31"/>
          <p:cNvSpPr/>
          <p:nvPr/>
        </p:nvSpPr>
        <p:spPr>
          <a:xfrm>
            <a:off x="6035201" y="4114800"/>
            <a:ext cx="2537528" cy="1028700"/>
          </a:xfrm>
          <a:prstGeom prst="roundRect">
            <a:avLst>
              <a:gd fmla="val 16667" name="adj"/>
            </a:avLst>
          </a:prstGeom>
          <a:solidFill>
            <a:srgbClr val="F7F5F0"/>
          </a:solidFill>
          <a:ln cap="flat" cmpd="sng" w="12700">
            <a:solidFill>
              <a:srgbClr val="D9D2C5"/>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246" name="Google Shape;246;p31"/>
          <p:cNvSpPr/>
          <p:nvPr/>
        </p:nvSpPr>
        <p:spPr>
          <a:xfrm>
            <a:off x="6035201" y="4114800"/>
            <a:ext cx="82298" cy="1028700"/>
          </a:xfrm>
          <a:prstGeom prst="rect">
            <a:avLst/>
          </a:prstGeom>
          <a:solidFill>
            <a:srgbClr val="FDB515"/>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247" name="Google Shape;247;p31"/>
          <p:cNvSpPr txBox="1"/>
          <p:nvPr/>
        </p:nvSpPr>
        <p:spPr>
          <a:xfrm>
            <a:off x="6206655" y="4238244"/>
            <a:ext cx="2297491" cy="48006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 sz="2300" u="none" cap="none" strike="noStrike">
                <a:solidFill>
                  <a:srgbClr val="003262"/>
                </a:solidFill>
                <a:latin typeface="Fraunces"/>
                <a:ea typeface="Fraunces"/>
                <a:cs typeface="Fraunces"/>
                <a:sym typeface="Fraunces"/>
              </a:rPr>
              <a:t>9.4%</a:t>
            </a:r>
            <a:endParaRPr sz="1100"/>
          </a:p>
        </p:txBody>
      </p:sp>
      <p:sp>
        <p:nvSpPr>
          <p:cNvPr id="248" name="Google Shape;248;p31"/>
          <p:cNvSpPr txBox="1"/>
          <p:nvPr/>
        </p:nvSpPr>
        <p:spPr>
          <a:xfrm>
            <a:off x="6206655" y="4745736"/>
            <a:ext cx="2297491" cy="3429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 sz="800" u="none" cap="none" strike="noStrike">
                <a:solidFill>
                  <a:srgbClr val="5A6473"/>
                </a:solidFill>
                <a:latin typeface="Inter"/>
                <a:ea typeface="Inter"/>
                <a:cs typeface="Inter"/>
                <a:sym typeface="Inter"/>
              </a:rPr>
              <a:t>Statewide UC admit rate</a:t>
            </a:r>
            <a:endParaRPr sz="1100"/>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52" name="Shape 252"/>
        <p:cNvGrpSpPr/>
        <p:nvPr/>
      </p:nvGrpSpPr>
      <p:grpSpPr>
        <a:xfrm>
          <a:off x="0" y="0"/>
          <a:ext cx="0" cy="0"/>
          <a:chOff x="0" y="0"/>
          <a:chExt cx="0" cy="0"/>
        </a:xfrm>
      </p:grpSpPr>
      <p:sp>
        <p:nvSpPr>
          <p:cNvPr id="253" name="Google Shape;253;p32"/>
          <p:cNvSpPr/>
          <p:nvPr/>
        </p:nvSpPr>
        <p:spPr>
          <a:xfrm>
            <a:off x="411491" y="342900"/>
            <a:ext cx="1783128" cy="274320"/>
          </a:xfrm>
          <a:prstGeom prst="roundRect">
            <a:avLst>
              <a:gd fmla="val 16667" name="adj"/>
            </a:avLst>
          </a:prstGeom>
          <a:solidFill>
            <a:srgbClr val="003262"/>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254" name="Google Shape;254;p32"/>
          <p:cNvSpPr txBox="1"/>
          <p:nvPr/>
        </p:nvSpPr>
        <p:spPr>
          <a:xfrm>
            <a:off x="411491" y="342900"/>
            <a:ext cx="1783128" cy="274320"/>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b="1" i="0" lang="en" sz="800" u="none" cap="none" strike="noStrike">
                <a:solidFill>
                  <a:srgbClr val="FFFFFF"/>
                </a:solidFill>
                <a:latin typeface="IBM Plex Mono"/>
                <a:ea typeface="IBM Plex Mono"/>
                <a:cs typeface="IBM Plex Mono"/>
                <a:sym typeface="IBM Plex Mono"/>
              </a:rPr>
              <a:t>SUMMARY</a:t>
            </a:r>
            <a:endParaRPr sz="1100"/>
          </a:p>
        </p:txBody>
      </p:sp>
      <p:sp>
        <p:nvSpPr>
          <p:cNvPr id="255" name="Google Shape;255;p32"/>
          <p:cNvSpPr txBox="1"/>
          <p:nvPr/>
        </p:nvSpPr>
        <p:spPr>
          <a:xfrm>
            <a:off x="411491" y="685800"/>
            <a:ext cx="8298401" cy="109728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 sz="2700" u="none" cap="none" strike="noStrike">
                <a:solidFill>
                  <a:srgbClr val="003262"/>
                </a:solidFill>
                <a:latin typeface="Fraunces"/>
                <a:ea typeface="Fraunces"/>
                <a:cs typeface="Fraunces"/>
                <a:sym typeface="Fraunces"/>
              </a:rPr>
              <a:t>What we delivered</a:t>
            </a:r>
            <a:endParaRPr sz="1100"/>
          </a:p>
        </p:txBody>
      </p:sp>
      <p:sp>
        <p:nvSpPr>
          <p:cNvPr id="256" name="Google Shape;256;p32"/>
          <p:cNvSpPr txBox="1"/>
          <p:nvPr/>
        </p:nvSpPr>
        <p:spPr>
          <a:xfrm>
            <a:off x="411491" y="1440180"/>
            <a:ext cx="8298401" cy="288036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 sz="1400" u="none" cap="none" strike="noStrike">
                <a:solidFill>
                  <a:srgbClr val="0E1726"/>
                </a:solidFill>
                <a:latin typeface="Inter"/>
                <a:ea typeface="Inter"/>
                <a:cs typeface="Inter"/>
                <a:sym typeface="Inter"/>
              </a:rPr>
              <a:t>Question: which CA public school type beats its expected UC admit rate, controlling for poverty, GPA, size</a:t>
            </a:r>
            <a:endParaRPr sz="1100"/>
          </a:p>
          <a:p>
            <a:pPr indent="0" lvl="0" marL="0" marR="0" rtl="0" algn="l">
              <a:spcBef>
                <a:spcPts val="900"/>
              </a:spcBef>
              <a:spcAft>
                <a:spcPts val="0"/>
              </a:spcAft>
              <a:buNone/>
            </a:pPr>
            <a:r>
              <a:rPr b="0" i="0" lang="en" sz="1400" u="none" cap="none" strike="noStrike">
                <a:solidFill>
                  <a:srgbClr val="0E1726"/>
                </a:solidFill>
                <a:latin typeface="Inter"/>
                <a:ea typeface="Inter"/>
                <a:cs typeface="Inter"/>
                <a:sym typeface="Inter"/>
              </a:rPr>
              <a:t>Finding: Continuation High Schools, +21.5pp above expectation, highest of five types</a:t>
            </a:r>
            <a:endParaRPr sz="1100"/>
          </a:p>
          <a:p>
            <a:pPr indent="0" lvl="0" marL="0" marR="0" rtl="0" algn="l">
              <a:spcBef>
                <a:spcPts val="900"/>
              </a:spcBef>
              <a:spcAft>
                <a:spcPts val="0"/>
              </a:spcAft>
              <a:buNone/>
            </a:pPr>
            <a:r>
              <a:rPr b="0" i="0" lang="en" sz="1400" u="none" cap="none" strike="noStrike">
                <a:solidFill>
                  <a:srgbClr val="0E1726"/>
                </a:solidFill>
                <a:latin typeface="Inter"/>
                <a:ea typeface="Inter"/>
                <a:cs typeface="Inter"/>
                <a:sym typeface="Inter"/>
              </a:rPr>
              <a:t>Rigor: precomputed residual, sum-then-divide, Universitywide not a campus sum, FRPM doesn't explain it</a:t>
            </a:r>
            <a:endParaRPr sz="1100"/>
          </a:p>
          <a:p>
            <a:pPr indent="0" lvl="0" marL="0" marR="0" rtl="0" algn="l">
              <a:spcBef>
                <a:spcPts val="900"/>
              </a:spcBef>
              <a:spcAft>
                <a:spcPts val="0"/>
              </a:spcAft>
              <a:buNone/>
            </a:pPr>
            <a:r>
              <a:rPr b="0" i="0" lang="en" sz="1400" u="none" cap="none" strike="noStrike">
                <a:solidFill>
                  <a:srgbClr val="0E1726"/>
                </a:solidFill>
                <a:latin typeface="Inter"/>
                <a:ea typeface="Inter"/>
                <a:cs typeface="Inter"/>
                <a:sym typeface="Inter"/>
              </a:rPr>
              <a:t>Dashboard: live Streamlit app - map, top-schools, CS context, deep analysis</a:t>
            </a:r>
            <a:endParaRPr sz="1100"/>
          </a:p>
          <a:p>
            <a:pPr indent="0" lvl="0" marL="0" marR="0" rtl="0" algn="l">
              <a:spcBef>
                <a:spcPts val="900"/>
              </a:spcBef>
              <a:spcAft>
                <a:spcPts val="0"/>
              </a:spcAft>
              <a:buNone/>
            </a:pPr>
            <a:r>
              <a:rPr b="0" i="0" lang="en" sz="1400" u="none" cap="none" strike="noStrike">
                <a:solidFill>
                  <a:srgbClr val="0E1726"/>
                </a:solidFill>
                <a:latin typeface="Inter"/>
                <a:ea typeface="Inter"/>
                <a:cs typeface="Inter"/>
                <a:sym typeface="Inter"/>
              </a:rPr>
              <a:t>Presentation: hook-driven, demoed live, AI used to validate not fabricate</a:t>
            </a:r>
            <a:endParaRPr sz="1100"/>
          </a:p>
        </p:txBody>
      </p:sp>
      <p:sp>
        <p:nvSpPr>
          <p:cNvPr id="257" name="Google Shape;257;p32"/>
          <p:cNvSpPr txBox="1"/>
          <p:nvPr/>
        </p:nvSpPr>
        <p:spPr>
          <a:xfrm>
            <a:off x="411491" y="4183380"/>
            <a:ext cx="8298401" cy="54864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 sz="1800" u="none" cap="none" strike="noStrike">
                <a:solidFill>
                  <a:srgbClr val="003262"/>
                </a:solidFill>
                <a:latin typeface="Fraunces"/>
                <a:ea typeface="Fraunces"/>
                <a:cs typeface="Fraunces"/>
                <a:sym typeface="Fraunces"/>
              </a:rPr>
              <a:t>Thank you. Questions?</a:t>
            </a:r>
            <a:endParaRPr sz="1100"/>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